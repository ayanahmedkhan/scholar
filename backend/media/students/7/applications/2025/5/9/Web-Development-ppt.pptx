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92" r:id="rId1"/>
    <p:sldMasterId id="2147485829" r:id="rId2"/>
    <p:sldMasterId id="2147485843" r:id="rId3"/>
    <p:sldMasterId id="2147485959" r:id="rId4"/>
    <p:sldMasterId id="2147486008" r:id="rId5"/>
  </p:sldMasterIdLst>
  <p:notesMasterIdLst>
    <p:notesMasterId r:id="rId25"/>
  </p:notesMasterIdLst>
  <p:handoutMasterIdLst>
    <p:handoutMasterId r:id="rId26"/>
  </p:handoutMasterIdLst>
  <p:sldIdLst>
    <p:sldId id="370" r:id="rId6"/>
    <p:sldId id="322" r:id="rId7"/>
    <p:sldId id="324" r:id="rId8"/>
    <p:sldId id="344" r:id="rId9"/>
    <p:sldId id="361" r:id="rId10"/>
    <p:sldId id="323" r:id="rId11"/>
    <p:sldId id="346" r:id="rId12"/>
    <p:sldId id="365" r:id="rId13"/>
    <p:sldId id="362" r:id="rId14"/>
    <p:sldId id="363" r:id="rId15"/>
    <p:sldId id="325" r:id="rId16"/>
    <p:sldId id="366" r:id="rId17"/>
    <p:sldId id="364" r:id="rId18"/>
    <p:sldId id="355" r:id="rId19"/>
    <p:sldId id="347" r:id="rId20"/>
    <p:sldId id="356" r:id="rId21"/>
    <p:sldId id="351" r:id="rId22"/>
    <p:sldId id="367" r:id="rId23"/>
    <p:sldId id="371" r:id="rId24"/>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39A6"/>
    <a:srgbClr val="006600"/>
    <a:srgbClr val="028432"/>
    <a:srgbClr val="E7E7D8"/>
    <a:srgbClr val="0536C6"/>
    <a:srgbClr val="923739"/>
    <a:srgbClr val="FF39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00" autoAdjust="0"/>
    <p:restoredTop sz="77728" autoAdjust="0"/>
  </p:normalViewPr>
  <p:slideViewPr>
    <p:cSldViewPr>
      <p:cViewPr>
        <p:scale>
          <a:sx n="60" d="100"/>
          <a:sy n="60" d="100"/>
        </p:scale>
        <p:origin x="-1576" y="-26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 d="1"/>
        <a:sy n="1" d="1"/>
      </p:scale>
      <p:origin x="0" y="0"/>
    </p:cViewPr>
  </p:notesTextViewPr>
  <p:sorterViewPr>
    <p:cViewPr>
      <p:scale>
        <a:sx n="100" d="100"/>
        <a:sy n="100" d="100"/>
      </p:scale>
      <p:origin x="0" y="0"/>
    </p:cViewPr>
  </p:sorterViewPr>
  <p:notesViewPr>
    <p:cSldViewPr>
      <p:cViewPr>
        <p:scale>
          <a:sx n="120" d="100"/>
          <a:sy n="120" d="100"/>
        </p:scale>
        <p:origin x="-1542" y="7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_rels/viewProps.xml.rels><?xml version="1.0" encoding="UTF-8" standalone="yes"?>
<Relationships xmlns="http://schemas.openxmlformats.org/package/2006/relationships"><Relationship Id="rId3" Type="http://schemas.openxmlformats.org/officeDocument/2006/relationships/slide" Target="slides/slide13.xml"/><Relationship Id="rId7" Type="http://schemas.openxmlformats.org/officeDocument/2006/relationships/slide" Target="slides/slide17.xml"/><Relationship Id="rId2" Type="http://schemas.openxmlformats.org/officeDocument/2006/relationships/slide" Target="slides/slide12.xml"/><Relationship Id="rId1" Type="http://schemas.openxmlformats.org/officeDocument/2006/relationships/slide" Target="slides/slide11.xml"/><Relationship Id="rId6" Type="http://schemas.openxmlformats.org/officeDocument/2006/relationships/slide" Target="slides/slide16.xml"/><Relationship Id="rId5" Type="http://schemas.openxmlformats.org/officeDocument/2006/relationships/slide" Target="slides/slide15.xml"/><Relationship Id="rId4"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eaLnBrk="1" hangingPunct="1">
              <a:defRPr sz="1200">
                <a:cs typeface="Arial" panose="020B0604020202020204" pitchFamily="34" charset="0"/>
              </a:defRPr>
            </a:lvl1pPr>
          </a:lstStyle>
          <a:p>
            <a:pPr>
              <a:defRPr/>
            </a:pPr>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3177" tIns="46589" rIns="93177" bIns="46589" rtlCol="0"/>
          <a:lstStyle>
            <a:lvl1pPr algn="r" eaLnBrk="1" hangingPunct="1">
              <a:defRPr sz="1200">
                <a:cs typeface="Arial" panose="020B0604020202020204" pitchFamily="34" charset="0"/>
              </a:defRPr>
            </a:lvl1pPr>
          </a:lstStyle>
          <a:p>
            <a:pPr>
              <a:defRPr/>
            </a:pPr>
            <a:fld id="{F399AABF-9665-440D-90EB-75FD43261E79}" type="datetimeFigureOut">
              <a:rPr lang="en-US"/>
              <a:pPr>
                <a:defRPr/>
              </a:pPr>
              <a:t>10/20/2022</a:t>
            </a:fld>
            <a:endParaRPr lang="en-US" dirty="0"/>
          </a:p>
        </p:txBody>
      </p:sp>
      <p:sp>
        <p:nvSpPr>
          <p:cNvPr id="4" name="Footer Placeholder 3"/>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eaLnBrk="1" hangingPunct="1">
              <a:defRPr sz="1200">
                <a:cs typeface="Arial" panose="020B0604020202020204" pitchFamily="34" charset="0"/>
              </a:defRPr>
            </a:lvl1pPr>
          </a:lstStyle>
          <a:p>
            <a:pPr>
              <a:defRPr/>
            </a:pPr>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0AD26005-350B-4663-8083-A0ECEF69C9D7}" type="slidenum">
              <a:rPr lang="en-US" altLang="en-US"/>
              <a:pPr>
                <a:defRPr/>
              </a:pPr>
              <a:t>‹#›</a:t>
            </a:fld>
            <a:endParaRPr lang="en-US" altLang="en-US" dirty="0"/>
          </a:p>
        </p:txBody>
      </p:sp>
    </p:spTree>
    <p:extLst>
      <p:ext uri="{BB962C8B-B14F-4D97-AF65-F5344CB8AC3E}">
        <p14:creationId xmlns:p14="http://schemas.microsoft.com/office/powerpoint/2010/main" val="2250553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eaLnBrk="1" fontAlgn="auto" hangingPunct="1">
              <a:spcBef>
                <a:spcPts val="0"/>
              </a:spcBef>
              <a:spcAft>
                <a:spcPts val="0"/>
              </a:spcAft>
              <a:defRPr sz="1200">
                <a:latin typeface="+mn-lt"/>
                <a:cs typeface="+mn-cs"/>
              </a:defRPr>
            </a:lvl1pPr>
          </a:lstStyle>
          <a:p>
            <a:pPr>
              <a:defRPr/>
            </a:pPr>
            <a:fld id="{C4A6A58F-D608-4BEA-9705-1B2C4FF196D8}" type="datetimeFigureOut">
              <a:rPr lang="en-US"/>
              <a:pPr>
                <a:defRPr/>
              </a:pPr>
              <a:t>10/20/2022</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smtClean="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01C3C041-5338-46DC-B5C2-45D7FFBDD6E7}" type="slidenum">
              <a:rPr lang="en-US" altLang="en-US"/>
              <a:pPr>
                <a:defRPr/>
              </a:pPr>
              <a:t>‹#›</a:t>
            </a:fld>
            <a:endParaRPr lang="en-US" altLang="en-US" dirty="0"/>
          </a:p>
        </p:txBody>
      </p:sp>
    </p:spTree>
    <p:extLst>
      <p:ext uri="{BB962C8B-B14F-4D97-AF65-F5344CB8AC3E}">
        <p14:creationId xmlns:p14="http://schemas.microsoft.com/office/powerpoint/2010/main" val="25529763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C72EDED-AAB0-413F-9A10-EE6D060E3242}" type="slidenum">
              <a:rPr lang="en-US" smtClean="0"/>
              <a:pPr fontAlgn="base">
                <a:spcBef>
                  <a:spcPct val="0"/>
                </a:spcBef>
                <a:spcAft>
                  <a:spcPct val="0"/>
                </a:spcAft>
                <a:defRPr/>
              </a:pPr>
              <a:t>1</a:t>
            </a:fld>
            <a:endParaRPr lang="en-US" dirty="0" smtClean="0"/>
          </a:p>
        </p:txBody>
      </p:sp>
      <p:sp>
        <p:nvSpPr>
          <p:cNvPr id="38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89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2</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3</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4</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5</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6</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7</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8</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9</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xfrm>
            <a:off x="701675" y="4416425"/>
            <a:ext cx="5607050" cy="2711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lnSpc>
                <a:spcPct val="150000"/>
              </a:lnSpc>
              <a:spcBef>
                <a:spcPct val="0"/>
              </a:spcBef>
            </a:pPr>
            <a:r>
              <a:rPr lang="en-US" altLang="en-US" b="1" dirty="0" smtClean="0">
                <a:latin typeface="Arial" charset="0"/>
                <a:cs typeface="Arial" charset="0"/>
              </a:rPr>
              <a:t>SAY:</a:t>
            </a:r>
            <a:br>
              <a:rPr lang="en-US" altLang="en-US" b="1" dirty="0" smtClean="0">
                <a:latin typeface="Arial" charset="0"/>
                <a:cs typeface="Arial" charset="0"/>
              </a:rPr>
            </a:br>
            <a:r>
              <a:rPr lang="en-US" altLang="en-US" b="1" dirty="0" smtClean="0">
                <a:latin typeface="Arial" charset="0"/>
                <a:cs typeface="Arial" charset="0"/>
              </a:rPr>
              <a:t/>
            </a:r>
            <a:br>
              <a:rPr lang="en-US" altLang="en-US" b="1" dirty="0" smtClean="0">
                <a:latin typeface="Arial" charset="0"/>
                <a:cs typeface="Arial" charset="0"/>
              </a:rPr>
            </a:br>
            <a:r>
              <a:rPr lang="en-US" altLang="en-US" dirty="0" smtClean="0">
                <a:latin typeface="Arial" charset="0"/>
                <a:cs typeface="Arial" charset="0"/>
              </a:rPr>
              <a:t>Before we wrap up the course, let’s review what we have learned today.</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dirty="0" smtClean="0">
                <a:latin typeface="Arial" charset="0"/>
                <a:cs typeface="Arial" charset="0"/>
              </a:rPr>
              <a:t>During this course, we have</a:t>
            </a:r>
          </a:p>
          <a:p>
            <a:pPr eaLnBrk="1" hangingPunct="1">
              <a:lnSpc>
                <a:spcPct val="150000"/>
              </a:lnSpc>
              <a:spcBef>
                <a:spcPct val="0"/>
              </a:spcBef>
            </a:pPr>
            <a:r>
              <a:rPr lang="en-US" altLang="en-US" dirty="0" smtClean="0">
                <a:latin typeface="Arial" charset="0"/>
                <a:cs typeface="Arial" charset="0"/>
              </a:rPr>
              <a:t/>
            </a:r>
            <a:br>
              <a:rPr lang="en-US" altLang="en-US" dirty="0" smtClean="0">
                <a:latin typeface="Arial" charset="0"/>
                <a:cs typeface="Arial" charset="0"/>
              </a:rPr>
            </a:br>
            <a:r>
              <a:rPr lang="en-US" altLang="en-US" dirty="0" smtClean="0">
                <a:latin typeface="Arial" charset="0"/>
                <a:cs typeface="Arial" charset="0"/>
              </a:rPr>
              <a:t>&lt;</a:t>
            </a:r>
            <a:r>
              <a:rPr lang="en-US" altLang="en-US" b="1" dirty="0" smtClean="0">
                <a:latin typeface="Arial" charset="0"/>
                <a:cs typeface="Arial" charset="0"/>
              </a:rPr>
              <a:t>READ</a:t>
            </a:r>
            <a:r>
              <a:rPr lang="en-US" altLang="en-US" dirty="0" smtClean="0">
                <a:latin typeface="Arial" charset="0"/>
                <a:cs typeface="Arial" charset="0"/>
              </a:rPr>
              <a:t> the bullets from the slide.&gt;</a:t>
            </a:r>
          </a:p>
          <a:p>
            <a:pPr eaLnBrk="1" hangingPunct="1">
              <a:lnSpc>
                <a:spcPct val="150000"/>
              </a:lnSpc>
              <a:spcBef>
                <a:spcPct val="0"/>
              </a:spcBef>
            </a:pPr>
            <a:endParaRPr lang="en-US" altLang="en-US" dirty="0" smtClean="0">
              <a:latin typeface="Arial" charset="0"/>
              <a:cs typeface="Arial" charset="0"/>
            </a:endParaRPr>
          </a:p>
          <a:p>
            <a:pPr eaLnBrk="1" hangingPunct="1">
              <a:lnSpc>
                <a:spcPct val="150000"/>
              </a:lnSpc>
              <a:spcBef>
                <a:spcPct val="0"/>
              </a:spcBef>
            </a:pPr>
            <a:r>
              <a:rPr lang="en-US" altLang="en-US" b="1" dirty="0" smtClean="0">
                <a:solidFill>
                  <a:srgbClr val="000000"/>
                </a:solidFill>
                <a:latin typeface="Arial" charset="0"/>
                <a:cs typeface="Arial" charset="0"/>
              </a:rPr>
              <a:t>GO</a:t>
            </a:r>
            <a:r>
              <a:rPr lang="en-US" altLang="en-US" dirty="0" smtClean="0">
                <a:solidFill>
                  <a:srgbClr val="000000"/>
                </a:solidFill>
                <a:latin typeface="Arial" charset="0"/>
                <a:cs typeface="Arial" charset="0"/>
              </a:rPr>
              <a:t> to next slide.</a:t>
            </a:r>
            <a:endParaRPr lang="en-US" altLang="en-US" dirty="0" smtClean="0">
              <a:latin typeface="Arial" charset="0"/>
              <a:cs typeface="Arial" charset="0"/>
            </a:endParaRPr>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1F923737-DF2C-4C05-AA71-4B5989D14E08}" type="slidenum">
              <a:rPr lang="en-US" altLang="en-US" smtClean="0"/>
              <a:pPr>
                <a:spcBef>
                  <a:spcPct val="0"/>
                </a:spcBef>
              </a:pPr>
              <a:t>10</a:t>
            </a:fld>
            <a:endParaRPr lang="en-US" altLang="en-US" dirty="0" smtClean="0"/>
          </a:p>
        </p:txBody>
      </p:sp>
      <p:sp>
        <p:nvSpPr>
          <p:cNvPr id="109573"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A23028-C590-431B-AD6C-EE2EE647D4B7}"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701675" y="4416425"/>
            <a:ext cx="5607050" cy="3873500"/>
          </a:xfrm>
        </p:spPr>
        <p:txBody>
          <a:bodyPr/>
          <a:lstStyle/>
          <a:p>
            <a:pPr>
              <a:lnSpc>
                <a:spcPct val="150000"/>
              </a:lnSpc>
              <a:defRPr/>
            </a:pPr>
            <a:r>
              <a:rPr lang="en-US" b="1" dirty="0" smtClean="0">
                <a:latin typeface="Arial" panose="020B0604020202020204" pitchFamily="34" charset="0"/>
                <a:cs typeface="Arial" panose="020B0604020202020204" pitchFamily="34" charset="0"/>
              </a:rPr>
              <a:t>SAY:</a:t>
            </a:r>
            <a:br>
              <a:rPr lang="en-US" b="1" dirty="0" smtClean="0">
                <a:latin typeface="Arial" panose="020B0604020202020204" pitchFamily="34" charset="0"/>
                <a:cs typeface="Arial" panose="020B0604020202020204" pitchFamily="34" charset="0"/>
              </a:rPr>
            </a:br>
            <a:endParaRPr lang="en-US" dirty="0" smtClean="0">
              <a:latin typeface="Arial" panose="020B0604020202020204" pitchFamily="34" charset="0"/>
              <a:cs typeface="Arial" panose="020B0604020202020204" pitchFamily="34" charset="0"/>
            </a:endParaRPr>
          </a:p>
          <a:p>
            <a:pPr>
              <a:lnSpc>
                <a:spcPct val="150000"/>
              </a:lnSpc>
              <a:defRPr/>
            </a:pPr>
            <a:r>
              <a:rPr lang="en-US" dirty="0" smtClean="0">
                <a:latin typeface="Arial" panose="020B0604020202020204" pitchFamily="34" charset="0"/>
                <a:cs typeface="Arial" panose="020B0604020202020204" pitchFamily="34" charset="0"/>
              </a:rPr>
              <a:t>The purpose of epidemiology in public health practice is to</a:t>
            </a:r>
          </a:p>
          <a:p>
            <a:pPr>
              <a:lnSpc>
                <a:spcPct val="150000"/>
              </a:lnSpc>
              <a:defRPr/>
            </a:pPr>
            <a:endParaRPr lang="en-US" dirty="0" smtClean="0">
              <a:latin typeface="Arial" panose="020B0604020202020204" pitchFamily="34" charset="0"/>
              <a:cs typeface="Arial" panose="020B0604020202020204" pitchFamily="34" charset="0"/>
            </a:endParaRP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discover</a:t>
            </a:r>
            <a:r>
              <a:rPr lang="en-US" dirty="0" smtClean="0">
                <a:latin typeface="Arial" panose="020B0604020202020204" pitchFamily="34" charset="0"/>
                <a:cs typeface="Arial" panose="020B0604020202020204" pitchFamily="34" charset="0"/>
              </a:rPr>
              <a:t> the agent, host, and environmental factors that affect health;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determine</a:t>
            </a:r>
            <a:r>
              <a:rPr lang="en-US" dirty="0" smtClean="0">
                <a:latin typeface="Arial" panose="020B0604020202020204" pitchFamily="34" charset="0"/>
                <a:cs typeface="Arial" panose="020B0604020202020204" pitchFamily="34" charset="0"/>
              </a:rPr>
              <a:t> the relative importance of causes of illness, disability, and death;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identify</a:t>
            </a:r>
            <a:r>
              <a:rPr lang="en-US" dirty="0" smtClean="0">
                <a:latin typeface="Arial" panose="020B0604020202020204" pitchFamily="34" charset="0"/>
                <a:cs typeface="Arial" panose="020B0604020202020204" pitchFamily="34" charset="0"/>
              </a:rPr>
              <a:t> those segments of the population that have the greatest risk from specific causes of ill health; and</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evaluate</a:t>
            </a:r>
            <a:r>
              <a:rPr lang="en-US" dirty="0" smtClean="0">
                <a:latin typeface="Arial" pitchFamily="34" charset="0"/>
                <a:cs typeface="Arial" pitchFamily="34" charset="0"/>
              </a:rPr>
              <a:t> the effectiveness of health programs and services in improving population health.</a:t>
            </a:r>
          </a:p>
          <a:p>
            <a:pPr eaLnBrk="1" fontAlgn="auto" hangingPunct="1">
              <a:lnSpc>
                <a:spcPct val="150000"/>
              </a:lnSpc>
              <a:spcBef>
                <a:spcPts val="0"/>
              </a:spcBef>
              <a:spcAft>
                <a:spcPts val="0"/>
              </a:spcAft>
              <a:defRPr/>
            </a:pPr>
            <a:r>
              <a:rPr lang="en-US" dirty="0" smtClean="0">
                <a:latin typeface="Arial" pitchFamily="34" charset="0"/>
                <a:cs typeface="Arial" pitchFamily="34" charset="0"/>
              </a:rPr>
              <a:t/>
            </a:r>
            <a:br>
              <a:rPr lang="en-US" dirty="0" smtClean="0">
                <a:latin typeface="Arial" pitchFamily="34" charset="0"/>
                <a:cs typeface="Arial" pitchFamily="34" charset="0"/>
              </a:rPr>
            </a:br>
            <a:r>
              <a:rPr lang="en-US" b="1" dirty="0" smtClean="0">
                <a:solidFill>
                  <a:prstClr val="black"/>
                </a:solidFill>
                <a:latin typeface="Arial" pitchFamily="34" charset="0"/>
                <a:cs typeface="Arial" pitchFamily="34" charset="0"/>
              </a:rPr>
              <a:t>GO</a:t>
            </a:r>
            <a:r>
              <a:rPr lang="en-US" dirty="0" smtClean="0">
                <a:solidFill>
                  <a:prstClr val="black"/>
                </a:solidFill>
                <a:latin typeface="Arial" pitchFamily="34" charset="0"/>
                <a:cs typeface="Arial" pitchFamily="34" charset="0"/>
              </a:rPr>
              <a:t> to next slide.</a:t>
            </a:r>
            <a:endParaRPr lang="en-US" dirty="0">
              <a:latin typeface="Arial" pitchFamily="34" charset="0"/>
              <a:cs typeface="Arial" pitchFamily="34"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CEE14A06-6DA4-4485-8C26-48B287ECF792}" type="slidenum">
              <a:rPr lang="en-US" altLang="en-US" smtClean="0"/>
              <a:pPr>
                <a:spcBef>
                  <a:spcPct val="0"/>
                </a:spcBef>
              </a:pPr>
              <a:t>11</a:t>
            </a:fld>
            <a:endParaRPr lang="en-US" altLang="en-US" dirty="0" smtClean="0"/>
          </a:p>
        </p:txBody>
      </p:sp>
      <p:sp>
        <p:nvSpPr>
          <p:cNvPr id="70661"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8E05B8-BC65-4A5F-B692-EA38DF597DCB}"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701675" y="4416425"/>
            <a:ext cx="5607050" cy="3873500"/>
          </a:xfrm>
        </p:spPr>
        <p:txBody>
          <a:bodyPr/>
          <a:lstStyle/>
          <a:p>
            <a:pPr>
              <a:lnSpc>
                <a:spcPct val="150000"/>
              </a:lnSpc>
              <a:defRPr/>
            </a:pPr>
            <a:r>
              <a:rPr lang="en-US" b="1" dirty="0" smtClean="0">
                <a:latin typeface="Arial" panose="020B0604020202020204" pitchFamily="34" charset="0"/>
                <a:cs typeface="Arial" panose="020B0604020202020204" pitchFamily="34" charset="0"/>
              </a:rPr>
              <a:t>SAY:</a:t>
            </a:r>
            <a:br>
              <a:rPr lang="en-US" b="1" dirty="0" smtClean="0">
                <a:latin typeface="Arial" panose="020B0604020202020204" pitchFamily="34" charset="0"/>
                <a:cs typeface="Arial" panose="020B0604020202020204" pitchFamily="34" charset="0"/>
              </a:rPr>
            </a:br>
            <a:endParaRPr lang="en-US" dirty="0" smtClean="0">
              <a:latin typeface="Arial" panose="020B0604020202020204" pitchFamily="34" charset="0"/>
              <a:cs typeface="Arial" panose="020B0604020202020204" pitchFamily="34" charset="0"/>
            </a:endParaRPr>
          </a:p>
          <a:p>
            <a:pPr>
              <a:lnSpc>
                <a:spcPct val="150000"/>
              </a:lnSpc>
              <a:defRPr/>
            </a:pPr>
            <a:r>
              <a:rPr lang="en-US" dirty="0" smtClean="0">
                <a:latin typeface="Arial" panose="020B0604020202020204" pitchFamily="34" charset="0"/>
                <a:cs typeface="Arial" panose="020B0604020202020204" pitchFamily="34" charset="0"/>
              </a:rPr>
              <a:t>The purpose of epidemiology in public health practice is to</a:t>
            </a:r>
          </a:p>
          <a:p>
            <a:pPr>
              <a:lnSpc>
                <a:spcPct val="150000"/>
              </a:lnSpc>
              <a:defRPr/>
            </a:pPr>
            <a:endParaRPr lang="en-US" dirty="0" smtClean="0">
              <a:latin typeface="Arial" panose="020B0604020202020204" pitchFamily="34" charset="0"/>
              <a:cs typeface="Arial" panose="020B0604020202020204" pitchFamily="34" charset="0"/>
            </a:endParaRP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discover</a:t>
            </a:r>
            <a:r>
              <a:rPr lang="en-US" dirty="0" smtClean="0">
                <a:latin typeface="Arial" panose="020B0604020202020204" pitchFamily="34" charset="0"/>
                <a:cs typeface="Arial" panose="020B0604020202020204" pitchFamily="34" charset="0"/>
              </a:rPr>
              <a:t> the agent, host, and environmental factors that affect health;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determine</a:t>
            </a:r>
            <a:r>
              <a:rPr lang="en-US" dirty="0" smtClean="0">
                <a:latin typeface="Arial" panose="020B0604020202020204" pitchFamily="34" charset="0"/>
                <a:cs typeface="Arial" panose="020B0604020202020204" pitchFamily="34" charset="0"/>
              </a:rPr>
              <a:t> the relative importance of causes of illness, disability, and death;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identify</a:t>
            </a:r>
            <a:r>
              <a:rPr lang="en-US" dirty="0" smtClean="0">
                <a:latin typeface="Arial" panose="020B0604020202020204" pitchFamily="34" charset="0"/>
                <a:cs typeface="Arial" panose="020B0604020202020204" pitchFamily="34" charset="0"/>
              </a:rPr>
              <a:t> those segments of the population that have the greatest risk from specific causes of ill health; and</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evaluate</a:t>
            </a:r>
            <a:r>
              <a:rPr lang="en-US" dirty="0" smtClean="0">
                <a:latin typeface="Arial" pitchFamily="34" charset="0"/>
                <a:cs typeface="Arial" pitchFamily="34" charset="0"/>
              </a:rPr>
              <a:t> the effectiveness of health programs and services in improving population health.</a:t>
            </a:r>
          </a:p>
          <a:p>
            <a:pPr eaLnBrk="1" fontAlgn="auto" hangingPunct="1">
              <a:lnSpc>
                <a:spcPct val="150000"/>
              </a:lnSpc>
              <a:spcBef>
                <a:spcPts val="0"/>
              </a:spcBef>
              <a:spcAft>
                <a:spcPts val="0"/>
              </a:spcAft>
              <a:defRPr/>
            </a:pPr>
            <a:r>
              <a:rPr lang="en-US" dirty="0" smtClean="0">
                <a:latin typeface="Arial" pitchFamily="34" charset="0"/>
                <a:cs typeface="Arial" pitchFamily="34" charset="0"/>
              </a:rPr>
              <a:t/>
            </a:r>
            <a:br>
              <a:rPr lang="en-US" dirty="0" smtClean="0">
                <a:latin typeface="Arial" pitchFamily="34" charset="0"/>
                <a:cs typeface="Arial" pitchFamily="34" charset="0"/>
              </a:rPr>
            </a:br>
            <a:r>
              <a:rPr lang="en-US" b="1" dirty="0" smtClean="0">
                <a:solidFill>
                  <a:prstClr val="black"/>
                </a:solidFill>
                <a:latin typeface="Arial" pitchFamily="34" charset="0"/>
                <a:cs typeface="Arial" pitchFamily="34" charset="0"/>
              </a:rPr>
              <a:t>GO</a:t>
            </a:r>
            <a:r>
              <a:rPr lang="en-US" dirty="0" smtClean="0">
                <a:solidFill>
                  <a:prstClr val="black"/>
                </a:solidFill>
                <a:latin typeface="Arial" pitchFamily="34" charset="0"/>
                <a:cs typeface="Arial" pitchFamily="34" charset="0"/>
              </a:rPr>
              <a:t> to next slide.</a:t>
            </a:r>
            <a:endParaRPr lang="en-US" dirty="0">
              <a:latin typeface="Arial" pitchFamily="34" charset="0"/>
              <a:cs typeface="Arial" pitchFamily="34"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CEE14A06-6DA4-4485-8C26-48B287ECF792}" type="slidenum">
              <a:rPr lang="en-US" altLang="en-US" smtClean="0"/>
              <a:pPr>
                <a:spcBef>
                  <a:spcPct val="0"/>
                </a:spcBef>
              </a:pPr>
              <a:t>12</a:t>
            </a:fld>
            <a:endParaRPr lang="en-US" altLang="en-US" dirty="0" smtClean="0"/>
          </a:p>
        </p:txBody>
      </p:sp>
      <p:sp>
        <p:nvSpPr>
          <p:cNvPr id="70661"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8E05B8-BC65-4A5F-B692-EA38DF597DCB}"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701675" y="4416425"/>
            <a:ext cx="5607050" cy="3873500"/>
          </a:xfrm>
        </p:spPr>
        <p:txBody>
          <a:bodyPr/>
          <a:lstStyle/>
          <a:p>
            <a:pPr>
              <a:lnSpc>
                <a:spcPct val="150000"/>
              </a:lnSpc>
              <a:defRPr/>
            </a:pPr>
            <a:r>
              <a:rPr lang="en-US" b="1" dirty="0" smtClean="0">
                <a:latin typeface="Arial" panose="020B0604020202020204" pitchFamily="34" charset="0"/>
                <a:cs typeface="Arial" panose="020B0604020202020204" pitchFamily="34" charset="0"/>
              </a:rPr>
              <a:t>SAY:</a:t>
            </a:r>
            <a:br>
              <a:rPr lang="en-US" b="1" dirty="0" smtClean="0">
                <a:latin typeface="Arial" panose="020B0604020202020204" pitchFamily="34" charset="0"/>
                <a:cs typeface="Arial" panose="020B0604020202020204" pitchFamily="34" charset="0"/>
              </a:rPr>
            </a:br>
            <a:endParaRPr lang="en-US" dirty="0" smtClean="0">
              <a:latin typeface="Arial" panose="020B0604020202020204" pitchFamily="34" charset="0"/>
              <a:cs typeface="Arial" panose="020B0604020202020204" pitchFamily="34" charset="0"/>
            </a:endParaRPr>
          </a:p>
          <a:p>
            <a:pPr>
              <a:lnSpc>
                <a:spcPct val="150000"/>
              </a:lnSpc>
              <a:defRPr/>
            </a:pPr>
            <a:r>
              <a:rPr lang="en-US" dirty="0" smtClean="0">
                <a:latin typeface="Arial" panose="020B0604020202020204" pitchFamily="34" charset="0"/>
                <a:cs typeface="Arial" panose="020B0604020202020204" pitchFamily="34" charset="0"/>
              </a:rPr>
              <a:t>The purpose of epidemiology in public health practice is to</a:t>
            </a:r>
          </a:p>
          <a:p>
            <a:pPr>
              <a:lnSpc>
                <a:spcPct val="150000"/>
              </a:lnSpc>
              <a:defRPr/>
            </a:pPr>
            <a:endParaRPr lang="en-US" dirty="0" smtClean="0">
              <a:latin typeface="Arial" panose="020B0604020202020204" pitchFamily="34" charset="0"/>
              <a:cs typeface="Arial" panose="020B0604020202020204" pitchFamily="34" charset="0"/>
            </a:endParaRP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discover</a:t>
            </a:r>
            <a:r>
              <a:rPr lang="en-US" dirty="0" smtClean="0">
                <a:latin typeface="Arial" panose="020B0604020202020204" pitchFamily="34" charset="0"/>
                <a:cs typeface="Arial" panose="020B0604020202020204" pitchFamily="34" charset="0"/>
              </a:rPr>
              <a:t> the agent, host, and environmental factors that affect health;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determine</a:t>
            </a:r>
            <a:r>
              <a:rPr lang="en-US" dirty="0" smtClean="0">
                <a:latin typeface="Arial" panose="020B0604020202020204" pitchFamily="34" charset="0"/>
                <a:cs typeface="Arial" panose="020B0604020202020204" pitchFamily="34" charset="0"/>
              </a:rPr>
              <a:t> the relative importance of causes of illness, disability, and death;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identify</a:t>
            </a:r>
            <a:r>
              <a:rPr lang="en-US" dirty="0" smtClean="0">
                <a:latin typeface="Arial" panose="020B0604020202020204" pitchFamily="34" charset="0"/>
                <a:cs typeface="Arial" panose="020B0604020202020204" pitchFamily="34" charset="0"/>
              </a:rPr>
              <a:t> those segments of the population that have the greatest risk from specific causes of ill health; and</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evaluate</a:t>
            </a:r>
            <a:r>
              <a:rPr lang="en-US" dirty="0" smtClean="0">
                <a:latin typeface="Arial" pitchFamily="34" charset="0"/>
                <a:cs typeface="Arial" pitchFamily="34" charset="0"/>
              </a:rPr>
              <a:t> the effectiveness of health programs and services in improving population health.</a:t>
            </a:r>
          </a:p>
          <a:p>
            <a:pPr eaLnBrk="1" fontAlgn="auto" hangingPunct="1">
              <a:lnSpc>
                <a:spcPct val="150000"/>
              </a:lnSpc>
              <a:spcBef>
                <a:spcPts val="0"/>
              </a:spcBef>
              <a:spcAft>
                <a:spcPts val="0"/>
              </a:spcAft>
              <a:defRPr/>
            </a:pPr>
            <a:r>
              <a:rPr lang="en-US" dirty="0" smtClean="0">
                <a:latin typeface="Arial" pitchFamily="34" charset="0"/>
                <a:cs typeface="Arial" pitchFamily="34" charset="0"/>
              </a:rPr>
              <a:t/>
            </a:r>
            <a:br>
              <a:rPr lang="en-US" dirty="0" smtClean="0">
                <a:latin typeface="Arial" pitchFamily="34" charset="0"/>
                <a:cs typeface="Arial" pitchFamily="34" charset="0"/>
              </a:rPr>
            </a:br>
            <a:r>
              <a:rPr lang="en-US" b="1" dirty="0" smtClean="0">
                <a:solidFill>
                  <a:prstClr val="black"/>
                </a:solidFill>
                <a:latin typeface="Arial" pitchFamily="34" charset="0"/>
                <a:cs typeface="Arial" pitchFamily="34" charset="0"/>
              </a:rPr>
              <a:t>GO</a:t>
            </a:r>
            <a:r>
              <a:rPr lang="en-US" dirty="0" smtClean="0">
                <a:solidFill>
                  <a:prstClr val="black"/>
                </a:solidFill>
                <a:latin typeface="Arial" pitchFamily="34" charset="0"/>
                <a:cs typeface="Arial" pitchFamily="34" charset="0"/>
              </a:rPr>
              <a:t> to next slide.</a:t>
            </a:r>
            <a:endParaRPr lang="en-US" dirty="0">
              <a:latin typeface="Arial" pitchFamily="34" charset="0"/>
              <a:cs typeface="Arial" pitchFamily="34"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CEE14A06-6DA4-4485-8C26-48B287ECF792}" type="slidenum">
              <a:rPr lang="en-US" altLang="en-US" smtClean="0"/>
              <a:pPr>
                <a:spcBef>
                  <a:spcPct val="0"/>
                </a:spcBef>
              </a:pPr>
              <a:t>13</a:t>
            </a:fld>
            <a:endParaRPr lang="en-US" altLang="en-US" dirty="0" smtClean="0"/>
          </a:p>
        </p:txBody>
      </p:sp>
      <p:sp>
        <p:nvSpPr>
          <p:cNvPr id="70661"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8E05B8-BC65-4A5F-B692-EA38DF597DCB}"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701675" y="4416425"/>
            <a:ext cx="5607050" cy="3873500"/>
          </a:xfrm>
        </p:spPr>
        <p:txBody>
          <a:bodyPr/>
          <a:lstStyle/>
          <a:p>
            <a:pPr>
              <a:lnSpc>
                <a:spcPct val="150000"/>
              </a:lnSpc>
              <a:defRPr/>
            </a:pPr>
            <a:r>
              <a:rPr lang="en-US" b="1" dirty="0" smtClean="0">
                <a:latin typeface="Arial" panose="020B0604020202020204" pitchFamily="34" charset="0"/>
                <a:cs typeface="Arial" panose="020B0604020202020204" pitchFamily="34" charset="0"/>
              </a:rPr>
              <a:t>SAY:</a:t>
            </a:r>
            <a:br>
              <a:rPr lang="en-US" b="1" dirty="0" smtClean="0">
                <a:latin typeface="Arial" panose="020B0604020202020204" pitchFamily="34" charset="0"/>
                <a:cs typeface="Arial" panose="020B0604020202020204" pitchFamily="34" charset="0"/>
              </a:rPr>
            </a:br>
            <a:endParaRPr lang="en-US" dirty="0" smtClean="0">
              <a:latin typeface="Arial" panose="020B0604020202020204" pitchFamily="34" charset="0"/>
              <a:cs typeface="Arial" panose="020B0604020202020204" pitchFamily="34" charset="0"/>
            </a:endParaRPr>
          </a:p>
          <a:p>
            <a:pPr>
              <a:lnSpc>
                <a:spcPct val="150000"/>
              </a:lnSpc>
              <a:defRPr/>
            </a:pPr>
            <a:r>
              <a:rPr lang="en-US" dirty="0" smtClean="0">
                <a:latin typeface="Arial" panose="020B0604020202020204" pitchFamily="34" charset="0"/>
                <a:cs typeface="Arial" panose="020B0604020202020204" pitchFamily="34" charset="0"/>
              </a:rPr>
              <a:t>The purpose of epidemiology in public health practice is to</a:t>
            </a:r>
          </a:p>
          <a:p>
            <a:pPr>
              <a:lnSpc>
                <a:spcPct val="150000"/>
              </a:lnSpc>
              <a:defRPr/>
            </a:pPr>
            <a:endParaRPr lang="en-US" dirty="0" smtClean="0">
              <a:latin typeface="Arial" panose="020B0604020202020204" pitchFamily="34" charset="0"/>
              <a:cs typeface="Arial" panose="020B0604020202020204" pitchFamily="34" charset="0"/>
            </a:endParaRP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discover</a:t>
            </a:r>
            <a:r>
              <a:rPr lang="en-US" dirty="0" smtClean="0">
                <a:latin typeface="Arial" panose="020B0604020202020204" pitchFamily="34" charset="0"/>
                <a:cs typeface="Arial" panose="020B0604020202020204" pitchFamily="34" charset="0"/>
              </a:rPr>
              <a:t> the agent, host, and environmental factors that affect health;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determine</a:t>
            </a:r>
            <a:r>
              <a:rPr lang="en-US" dirty="0" smtClean="0">
                <a:latin typeface="Arial" panose="020B0604020202020204" pitchFamily="34" charset="0"/>
                <a:cs typeface="Arial" panose="020B0604020202020204" pitchFamily="34" charset="0"/>
              </a:rPr>
              <a:t> the relative importance of causes of illness, disability, and death;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identify</a:t>
            </a:r>
            <a:r>
              <a:rPr lang="en-US" dirty="0" smtClean="0">
                <a:latin typeface="Arial" panose="020B0604020202020204" pitchFamily="34" charset="0"/>
                <a:cs typeface="Arial" panose="020B0604020202020204" pitchFamily="34" charset="0"/>
              </a:rPr>
              <a:t> those segments of the population that have the greatest risk from specific causes of ill health; and</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evaluate</a:t>
            </a:r>
            <a:r>
              <a:rPr lang="en-US" dirty="0" smtClean="0">
                <a:latin typeface="Arial" pitchFamily="34" charset="0"/>
                <a:cs typeface="Arial" pitchFamily="34" charset="0"/>
              </a:rPr>
              <a:t> the effectiveness of health programs and services in improving population health.</a:t>
            </a:r>
          </a:p>
          <a:p>
            <a:pPr eaLnBrk="1" fontAlgn="auto" hangingPunct="1">
              <a:lnSpc>
                <a:spcPct val="150000"/>
              </a:lnSpc>
              <a:spcBef>
                <a:spcPts val="0"/>
              </a:spcBef>
              <a:spcAft>
                <a:spcPts val="0"/>
              </a:spcAft>
              <a:defRPr/>
            </a:pPr>
            <a:r>
              <a:rPr lang="en-US" dirty="0" smtClean="0">
                <a:latin typeface="Arial" pitchFamily="34" charset="0"/>
                <a:cs typeface="Arial" pitchFamily="34" charset="0"/>
              </a:rPr>
              <a:t/>
            </a:r>
            <a:br>
              <a:rPr lang="en-US" dirty="0" smtClean="0">
                <a:latin typeface="Arial" pitchFamily="34" charset="0"/>
                <a:cs typeface="Arial" pitchFamily="34" charset="0"/>
              </a:rPr>
            </a:br>
            <a:r>
              <a:rPr lang="en-US" b="1" dirty="0" smtClean="0">
                <a:solidFill>
                  <a:prstClr val="black"/>
                </a:solidFill>
                <a:latin typeface="Arial" pitchFamily="34" charset="0"/>
                <a:cs typeface="Arial" pitchFamily="34" charset="0"/>
              </a:rPr>
              <a:t>GO</a:t>
            </a:r>
            <a:r>
              <a:rPr lang="en-US" dirty="0" smtClean="0">
                <a:solidFill>
                  <a:prstClr val="black"/>
                </a:solidFill>
                <a:latin typeface="Arial" pitchFamily="34" charset="0"/>
                <a:cs typeface="Arial" pitchFamily="34" charset="0"/>
              </a:rPr>
              <a:t> to next slide.</a:t>
            </a:r>
            <a:endParaRPr lang="en-US" dirty="0">
              <a:latin typeface="Arial" pitchFamily="34" charset="0"/>
              <a:cs typeface="Arial" pitchFamily="34"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CEE14A06-6DA4-4485-8C26-48B287ECF792}" type="slidenum">
              <a:rPr lang="en-US" altLang="en-US" smtClean="0"/>
              <a:pPr>
                <a:spcBef>
                  <a:spcPct val="0"/>
                </a:spcBef>
              </a:pPr>
              <a:t>14</a:t>
            </a:fld>
            <a:endParaRPr lang="en-US" altLang="en-US" dirty="0" smtClean="0"/>
          </a:p>
        </p:txBody>
      </p:sp>
      <p:sp>
        <p:nvSpPr>
          <p:cNvPr id="70661"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8E05B8-BC65-4A5F-B692-EA38DF597DCB}"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701675" y="4416425"/>
            <a:ext cx="5607050" cy="3873500"/>
          </a:xfrm>
        </p:spPr>
        <p:txBody>
          <a:bodyPr/>
          <a:lstStyle/>
          <a:p>
            <a:pPr>
              <a:lnSpc>
                <a:spcPct val="150000"/>
              </a:lnSpc>
              <a:defRPr/>
            </a:pPr>
            <a:r>
              <a:rPr lang="en-US" b="1" dirty="0" smtClean="0">
                <a:latin typeface="Arial" panose="020B0604020202020204" pitchFamily="34" charset="0"/>
                <a:cs typeface="Arial" panose="020B0604020202020204" pitchFamily="34" charset="0"/>
              </a:rPr>
              <a:t>SAY:</a:t>
            </a:r>
            <a:br>
              <a:rPr lang="en-US" b="1" dirty="0" smtClean="0">
                <a:latin typeface="Arial" panose="020B0604020202020204" pitchFamily="34" charset="0"/>
                <a:cs typeface="Arial" panose="020B0604020202020204" pitchFamily="34" charset="0"/>
              </a:rPr>
            </a:br>
            <a:endParaRPr lang="en-US" dirty="0" smtClean="0">
              <a:latin typeface="Arial" panose="020B0604020202020204" pitchFamily="34" charset="0"/>
              <a:cs typeface="Arial" panose="020B0604020202020204" pitchFamily="34" charset="0"/>
            </a:endParaRPr>
          </a:p>
          <a:p>
            <a:pPr>
              <a:lnSpc>
                <a:spcPct val="150000"/>
              </a:lnSpc>
              <a:defRPr/>
            </a:pPr>
            <a:r>
              <a:rPr lang="en-US" dirty="0" smtClean="0">
                <a:latin typeface="Arial" panose="020B0604020202020204" pitchFamily="34" charset="0"/>
                <a:cs typeface="Arial" panose="020B0604020202020204" pitchFamily="34" charset="0"/>
              </a:rPr>
              <a:t>The purpose of epidemiology in public health practice is to</a:t>
            </a:r>
          </a:p>
          <a:p>
            <a:pPr>
              <a:lnSpc>
                <a:spcPct val="150000"/>
              </a:lnSpc>
              <a:defRPr/>
            </a:pPr>
            <a:endParaRPr lang="en-US" dirty="0" smtClean="0">
              <a:latin typeface="Arial" panose="020B0604020202020204" pitchFamily="34" charset="0"/>
              <a:cs typeface="Arial" panose="020B0604020202020204" pitchFamily="34" charset="0"/>
            </a:endParaRP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discover</a:t>
            </a:r>
            <a:r>
              <a:rPr lang="en-US" dirty="0" smtClean="0">
                <a:latin typeface="Arial" panose="020B0604020202020204" pitchFamily="34" charset="0"/>
                <a:cs typeface="Arial" panose="020B0604020202020204" pitchFamily="34" charset="0"/>
              </a:rPr>
              <a:t> the agent, host, and environmental factors that affect health;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determine</a:t>
            </a:r>
            <a:r>
              <a:rPr lang="en-US" dirty="0" smtClean="0">
                <a:latin typeface="Arial" panose="020B0604020202020204" pitchFamily="34" charset="0"/>
                <a:cs typeface="Arial" panose="020B0604020202020204" pitchFamily="34" charset="0"/>
              </a:rPr>
              <a:t> the relative importance of causes of illness, disability, and death;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identify</a:t>
            </a:r>
            <a:r>
              <a:rPr lang="en-US" dirty="0" smtClean="0">
                <a:latin typeface="Arial" panose="020B0604020202020204" pitchFamily="34" charset="0"/>
                <a:cs typeface="Arial" panose="020B0604020202020204" pitchFamily="34" charset="0"/>
              </a:rPr>
              <a:t> those segments of the population that have the greatest risk from specific causes of ill health; and</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evaluate</a:t>
            </a:r>
            <a:r>
              <a:rPr lang="en-US" dirty="0" smtClean="0">
                <a:latin typeface="Arial" pitchFamily="34" charset="0"/>
                <a:cs typeface="Arial" pitchFamily="34" charset="0"/>
              </a:rPr>
              <a:t> the effectiveness of health programs and services in improving population health.</a:t>
            </a:r>
          </a:p>
          <a:p>
            <a:pPr eaLnBrk="1" fontAlgn="auto" hangingPunct="1">
              <a:lnSpc>
                <a:spcPct val="150000"/>
              </a:lnSpc>
              <a:spcBef>
                <a:spcPts val="0"/>
              </a:spcBef>
              <a:spcAft>
                <a:spcPts val="0"/>
              </a:spcAft>
              <a:defRPr/>
            </a:pPr>
            <a:r>
              <a:rPr lang="en-US" dirty="0" smtClean="0">
                <a:latin typeface="Arial" pitchFamily="34" charset="0"/>
                <a:cs typeface="Arial" pitchFamily="34" charset="0"/>
              </a:rPr>
              <a:t/>
            </a:r>
            <a:br>
              <a:rPr lang="en-US" dirty="0" smtClean="0">
                <a:latin typeface="Arial" pitchFamily="34" charset="0"/>
                <a:cs typeface="Arial" pitchFamily="34" charset="0"/>
              </a:rPr>
            </a:br>
            <a:r>
              <a:rPr lang="en-US" b="1" dirty="0" smtClean="0">
                <a:solidFill>
                  <a:prstClr val="black"/>
                </a:solidFill>
                <a:latin typeface="Arial" pitchFamily="34" charset="0"/>
                <a:cs typeface="Arial" pitchFamily="34" charset="0"/>
              </a:rPr>
              <a:t>GO</a:t>
            </a:r>
            <a:r>
              <a:rPr lang="en-US" dirty="0" smtClean="0">
                <a:solidFill>
                  <a:prstClr val="black"/>
                </a:solidFill>
                <a:latin typeface="Arial" pitchFamily="34" charset="0"/>
                <a:cs typeface="Arial" pitchFamily="34" charset="0"/>
              </a:rPr>
              <a:t> to next slide.</a:t>
            </a:r>
            <a:endParaRPr lang="en-US" dirty="0">
              <a:latin typeface="Arial" pitchFamily="34" charset="0"/>
              <a:cs typeface="Arial" pitchFamily="34"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CEE14A06-6DA4-4485-8C26-48B287ECF792}" type="slidenum">
              <a:rPr lang="en-US" altLang="en-US" smtClean="0"/>
              <a:pPr>
                <a:spcBef>
                  <a:spcPct val="0"/>
                </a:spcBef>
              </a:pPr>
              <a:t>15</a:t>
            </a:fld>
            <a:endParaRPr lang="en-US" altLang="en-US" dirty="0" smtClean="0"/>
          </a:p>
        </p:txBody>
      </p:sp>
      <p:sp>
        <p:nvSpPr>
          <p:cNvPr id="70661"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8E05B8-BC65-4A5F-B692-EA38DF597DCB}"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701675" y="4416425"/>
            <a:ext cx="5607050" cy="3873500"/>
          </a:xfrm>
        </p:spPr>
        <p:txBody>
          <a:bodyPr/>
          <a:lstStyle/>
          <a:p>
            <a:pPr>
              <a:lnSpc>
                <a:spcPct val="150000"/>
              </a:lnSpc>
              <a:defRPr/>
            </a:pPr>
            <a:r>
              <a:rPr lang="en-US" b="1" dirty="0" smtClean="0">
                <a:latin typeface="Arial" panose="020B0604020202020204" pitchFamily="34" charset="0"/>
                <a:cs typeface="Arial" panose="020B0604020202020204" pitchFamily="34" charset="0"/>
              </a:rPr>
              <a:t>SAY:</a:t>
            </a:r>
            <a:br>
              <a:rPr lang="en-US" b="1" dirty="0" smtClean="0">
                <a:latin typeface="Arial" panose="020B0604020202020204" pitchFamily="34" charset="0"/>
                <a:cs typeface="Arial" panose="020B0604020202020204" pitchFamily="34" charset="0"/>
              </a:rPr>
            </a:br>
            <a:endParaRPr lang="en-US" dirty="0" smtClean="0">
              <a:latin typeface="Arial" panose="020B0604020202020204" pitchFamily="34" charset="0"/>
              <a:cs typeface="Arial" panose="020B0604020202020204" pitchFamily="34" charset="0"/>
            </a:endParaRPr>
          </a:p>
          <a:p>
            <a:pPr>
              <a:lnSpc>
                <a:spcPct val="150000"/>
              </a:lnSpc>
              <a:defRPr/>
            </a:pPr>
            <a:r>
              <a:rPr lang="en-US" dirty="0" smtClean="0">
                <a:latin typeface="Arial" panose="020B0604020202020204" pitchFamily="34" charset="0"/>
                <a:cs typeface="Arial" panose="020B0604020202020204" pitchFamily="34" charset="0"/>
              </a:rPr>
              <a:t>The purpose of epidemiology in public health practice is to</a:t>
            </a:r>
          </a:p>
          <a:p>
            <a:pPr>
              <a:lnSpc>
                <a:spcPct val="150000"/>
              </a:lnSpc>
              <a:defRPr/>
            </a:pPr>
            <a:endParaRPr lang="en-US" dirty="0" smtClean="0">
              <a:latin typeface="Arial" panose="020B0604020202020204" pitchFamily="34" charset="0"/>
              <a:cs typeface="Arial" panose="020B0604020202020204" pitchFamily="34" charset="0"/>
            </a:endParaRP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discover</a:t>
            </a:r>
            <a:r>
              <a:rPr lang="en-US" dirty="0" smtClean="0">
                <a:latin typeface="Arial" panose="020B0604020202020204" pitchFamily="34" charset="0"/>
                <a:cs typeface="Arial" panose="020B0604020202020204" pitchFamily="34" charset="0"/>
              </a:rPr>
              <a:t> the agent, host, and environmental factors that affect health;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determine</a:t>
            </a:r>
            <a:r>
              <a:rPr lang="en-US" dirty="0" smtClean="0">
                <a:latin typeface="Arial" panose="020B0604020202020204" pitchFamily="34" charset="0"/>
                <a:cs typeface="Arial" panose="020B0604020202020204" pitchFamily="34" charset="0"/>
              </a:rPr>
              <a:t> the relative importance of causes of illness, disability, and death;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identify</a:t>
            </a:r>
            <a:r>
              <a:rPr lang="en-US" dirty="0" smtClean="0">
                <a:latin typeface="Arial" panose="020B0604020202020204" pitchFamily="34" charset="0"/>
                <a:cs typeface="Arial" panose="020B0604020202020204" pitchFamily="34" charset="0"/>
              </a:rPr>
              <a:t> those segments of the population that have the greatest risk from specific causes of ill health; and</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evaluate</a:t>
            </a:r>
            <a:r>
              <a:rPr lang="en-US" dirty="0" smtClean="0">
                <a:latin typeface="Arial" pitchFamily="34" charset="0"/>
                <a:cs typeface="Arial" pitchFamily="34" charset="0"/>
              </a:rPr>
              <a:t> the effectiveness of health programs and services in improving population health.</a:t>
            </a:r>
          </a:p>
          <a:p>
            <a:pPr eaLnBrk="1" fontAlgn="auto" hangingPunct="1">
              <a:lnSpc>
                <a:spcPct val="150000"/>
              </a:lnSpc>
              <a:spcBef>
                <a:spcPts val="0"/>
              </a:spcBef>
              <a:spcAft>
                <a:spcPts val="0"/>
              </a:spcAft>
              <a:defRPr/>
            </a:pPr>
            <a:r>
              <a:rPr lang="en-US" dirty="0" smtClean="0">
                <a:latin typeface="Arial" pitchFamily="34" charset="0"/>
                <a:cs typeface="Arial" pitchFamily="34" charset="0"/>
              </a:rPr>
              <a:t/>
            </a:r>
            <a:br>
              <a:rPr lang="en-US" dirty="0" smtClean="0">
                <a:latin typeface="Arial" pitchFamily="34" charset="0"/>
                <a:cs typeface="Arial" pitchFamily="34" charset="0"/>
              </a:rPr>
            </a:br>
            <a:r>
              <a:rPr lang="en-US" b="1" dirty="0" smtClean="0">
                <a:solidFill>
                  <a:prstClr val="black"/>
                </a:solidFill>
                <a:latin typeface="Arial" pitchFamily="34" charset="0"/>
                <a:cs typeface="Arial" pitchFamily="34" charset="0"/>
              </a:rPr>
              <a:t>GO</a:t>
            </a:r>
            <a:r>
              <a:rPr lang="en-US" dirty="0" smtClean="0">
                <a:solidFill>
                  <a:prstClr val="black"/>
                </a:solidFill>
                <a:latin typeface="Arial" pitchFamily="34" charset="0"/>
                <a:cs typeface="Arial" pitchFamily="34" charset="0"/>
              </a:rPr>
              <a:t> to next slide.</a:t>
            </a:r>
            <a:endParaRPr lang="en-US" dirty="0">
              <a:latin typeface="Arial" pitchFamily="34" charset="0"/>
              <a:cs typeface="Arial" pitchFamily="34"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CEE14A06-6DA4-4485-8C26-48B287ECF792}" type="slidenum">
              <a:rPr lang="en-US" altLang="en-US" smtClean="0"/>
              <a:pPr>
                <a:spcBef>
                  <a:spcPct val="0"/>
                </a:spcBef>
              </a:pPr>
              <a:t>16</a:t>
            </a:fld>
            <a:endParaRPr lang="en-US" altLang="en-US" dirty="0" smtClean="0"/>
          </a:p>
        </p:txBody>
      </p:sp>
      <p:sp>
        <p:nvSpPr>
          <p:cNvPr id="70661"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8E05B8-BC65-4A5F-B692-EA38DF597DCB}"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a:xfrm>
            <a:off x="701675" y="4416425"/>
            <a:ext cx="5607050" cy="3873500"/>
          </a:xfrm>
        </p:spPr>
        <p:txBody>
          <a:bodyPr/>
          <a:lstStyle/>
          <a:p>
            <a:pPr>
              <a:lnSpc>
                <a:spcPct val="150000"/>
              </a:lnSpc>
              <a:defRPr/>
            </a:pPr>
            <a:r>
              <a:rPr lang="en-US" b="1" dirty="0" smtClean="0">
                <a:latin typeface="Arial" panose="020B0604020202020204" pitchFamily="34" charset="0"/>
                <a:cs typeface="Arial" panose="020B0604020202020204" pitchFamily="34" charset="0"/>
              </a:rPr>
              <a:t>SAY:</a:t>
            </a:r>
            <a:br>
              <a:rPr lang="en-US" b="1" dirty="0" smtClean="0">
                <a:latin typeface="Arial" panose="020B0604020202020204" pitchFamily="34" charset="0"/>
                <a:cs typeface="Arial" panose="020B0604020202020204" pitchFamily="34" charset="0"/>
              </a:rPr>
            </a:br>
            <a:endParaRPr lang="en-US" dirty="0" smtClean="0">
              <a:latin typeface="Arial" panose="020B0604020202020204" pitchFamily="34" charset="0"/>
              <a:cs typeface="Arial" panose="020B0604020202020204" pitchFamily="34" charset="0"/>
            </a:endParaRPr>
          </a:p>
          <a:p>
            <a:pPr>
              <a:lnSpc>
                <a:spcPct val="150000"/>
              </a:lnSpc>
              <a:defRPr/>
            </a:pPr>
            <a:r>
              <a:rPr lang="en-US" dirty="0" smtClean="0">
                <a:latin typeface="Arial" panose="020B0604020202020204" pitchFamily="34" charset="0"/>
                <a:cs typeface="Arial" panose="020B0604020202020204" pitchFamily="34" charset="0"/>
              </a:rPr>
              <a:t>The purpose of epidemiology in public health practice is to</a:t>
            </a:r>
          </a:p>
          <a:p>
            <a:pPr>
              <a:lnSpc>
                <a:spcPct val="150000"/>
              </a:lnSpc>
              <a:defRPr/>
            </a:pPr>
            <a:endParaRPr lang="en-US" dirty="0" smtClean="0">
              <a:latin typeface="Arial" panose="020B0604020202020204" pitchFamily="34" charset="0"/>
              <a:cs typeface="Arial" panose="020B0604020202020204" pitchFamily="34" charset="0"/>
            </a:endParaRP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discover</a:t>
            </a:r>
            <a:r>
              <a:rPr lang="en-US" dirty="0" smtClean="0">
                <a:latin typeface="Arial" panose="020B0604020202020204" pitchFamily="34" charset="0"/>
                <a:cs typeface="Arial" panose="020B0604020202020204" pitchFamily="34" charset="0"/>
              </a:rPr>
              <a:t> the agent, host, and environmental factors that affect health;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determine</a:t>
            </a:r>
            <a:r>
              <a:rPr lang="en-US" dirty="0" smtClean="0">
                <a:latin typeface="Arial" panose="020B0604020202020204" pitchFamily="34" charset="0"/>
                <a:cs typeface="Arial" panose="020B0604020202020204" pitchFamily="34" charset="0"/>
              </a:rPr>
              <a:t> the relative importance of causes of illness, disability, and death;</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identify</a:t>
            </a:r>
            <a:r>
              <a:rPr lang="en-US" dirty="0" smtClean="0">
                <a:latin typeface="Arial" panose="020B0604020202020204" pitchFamily="34" charset="0"/>
                <a:cs typeface="Arial" panose="020B0604020202020204" pitchFamily="34" charset="0"/>
              </a:rPr>
              <a:t> those segments of the population that have the greatest risk from specific causes of ill health; and</a:t>
            </a:r>
          </a:p>
          <a:p>
            <a:pPr marL="174708" indent="-174708">
              <a:lnSpc>
                <a:spcPct val="150000"/>
              </a:lnSpc>
              <a:buFont typeface="Arial" panose="020B0604020202020204" pitchFamily="34" charset="0"/>
              <a:buChar char="•"/>
              <a:defRPr/>
            </a:pPr>
            <a:r>
              <a:rPr lang="en-US" b="1" dirty="0" smtClean="0">
                <a:latin typeface="Arial" panose="020B0604020202020204" pitchFamily="34" charset="0"/>
                <a:cs typeface="Arial" panose="020B0604020202020204" pitchFamily="34" charset="0"/>
              </a:rPr>
              <a:t>evaluate</a:t>
            </a:r>
            <a:r>
              <a:rPr lang="en-US" dirty="0" smtClean="0">
                <a:latin typeface="Arial" pitchFamily="34" charset="0"/>
                <a:cs typeface="Arial" pitchFamily="34" charset="0"/>
              </a:rPr>
              <a:t> the effectiveness of health programs and services in improving population health.</a:t>
            </a:r>
          </a:p>
          <a:p>
            <a:pPr eaLnBrk="1" fontAlgn="auto" hangingPunct="1">
              <a:lnSpc>
                <a:spcPct val="150000"/>
              </a:lnSpc>
              <a:spcBef>
                <a:spcPts val="0"/>
              </a:spcBef>
              <a:spcAft>
                <a:spcPts val="0"/>
              </a:spcAft>
              <a:defRPr/>
            </a:pPr>
            <a:r>
              <a:rPr lang="en-US" dirty="0" smtClean="0">
                <a:latin typeface="Arial" pitchFamily="34" charset="0"/>
                <a:cs typeface="Arial" pitchFamily="34" charset="0"/>
              </a:rPr>
              <a:t/>
            </a:r>
            <a:br>
              <a:rPr lang="en-US" dirty="0" smtClean="0">
                <a:latin typeface="Arial" pitchFamily="34" charset="0"/>
                <a:cs typeface="Arial" pitchFamily="34" charset="0"/>
              </a:rPr>
            </a:br>
            <a:r>
              <a:rPr lang="en-US" b="1" dirty="0" smtClean="0">
                <a:solidFill>
                  <a:prstClr val="black"/>
                </a:solidFill>
                <a:latin typeface="Arial" pitchFamily="34" charset="0"/>
                <a:cs typeface="Arial" pitchFamily="34" charset="0"/>
              </a:rPr>
              <a:t>GO</a:t>
            </a:r>
            <a:r>
              <a:rPr lang="en-US" dirty="0" smtClean="0">
                <a:solidFill>
                  <a:prstClr val="black"/>
                </a:solidFill>
                <a:latin typeface="Arial" pitchFamily="34" charset="0"/>
                <a:cs typeface="Arial" pitchFamily="34" charset="0"/>
              </a:rPr>
              <a:t> to next slide.</a:t>
            </a:r>
            <a:endParaRPr lang="en-US" dirty="0">
              <a:latin typeface="Arial" pitchFamily="34" charset="0"/>
              <a:cs typeface="Arial" pitchFamily="34" charset="0"/>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55650" indent="-290513">
              <a:spcBef>
                <a:spcPct val="30000"/>
              </a:spcBef>
              <a:defRPr sz="1200">
                <a:solidFill>
                  <a:schemeClr val="tx1"/>
                </a:solidFill>
                <a:latin typeface="Calibri" pitchFamily="34" charset="0"/>
              </a:defRPr>
            </a:lvl2pPr>
            <a:lvl3pPr marL="1163638" indent="-231775">
              <a:spcBef>
                <a:spcPct val="30000"/>
              </a:spcBef>
              <a:defRPr sz="1200">
                <a:solidFill>
                  <a:schemeClr val="tx1"/>
                </a:solidFill>
                <a:latin typeface="Calibri" pitchFamily="34" charset="0"/>
              </a:defRPr>
            </a:lvl3pPr>
            <a:lvl4pPr marL="1630363" indent="-231775">
              <a:spcBef>
                <a:spcPct val="30000"/>
              </a:spcBef>
              <a:defRPr sz="1200">
                <a:solidFill>
                  <a:schemeClr val="tx1"/>
                </a:solidFill>
                <a:latin typeface="Calibri" pitchFamily="34" charset="0"/>
              </a:defRPr>
            </a:lvl4pPr>
            <a:lvl5pPr marL="2095500" indent="-231775">
              <a:spcBef>
                <a:spcPct val="30000"/>
              </a:spcBef>
              <a:defRPr sz="1200">
                <a:solidFill>
                  <a:schemeClr val="tx1"/>
                </a:solidFill>
                <a:latin typeface="Calibri" pitchFamily="34" charset="0"/>
              </a:defRPr>
            </a:lvl5pPr>
            <a:lvl6pPr marL="2552700" indent="-231775" eaLnBrk="0" fontAlgn="base" hangingPunct="0">
              <a:spcBef>
                <a:spcPct val="30000"/>
              </a:spcBef>
              <a:spcAft>
                <a:spcPct val="0"/>
              </a:spcAft>
              <a:defRPr sz="1200">
                <a:solidFill>
                  <a:schemeClr val="tx1"/>
                </a:solidFill>
                <a:latin typeface="Calibri" pitchFamily="34" charset="0"/>
              </a:defRPr>
            </a:lvl6pPr>
            <a:lvl7pPr marL="3009900" indent="-231775" eaLnBrk="0" fontAlgn="base" hangingPunct="0">
              <a:spcBef>
                <a:spcPct val="30000"/>
              </a:spcBef>
              <a:spcAft>
                <a:spcPct val="0"/>
              </a:spcAft>
              <a:defRPr sz="1200">
                <a:solidFill>
                  <a:schemeClr val="tx1"/>
                </a:solidFill>
                <a:latin typeface="Calibri" pitchFamily="34" charset="0"/>
              </a:defRPr>
            </a:lvl7pPr>
            <a:lvl8pPr marL="3467100" indent="-231775" eaLnBrk="0" fontAlgn="base" hangingPunct="0">
              <a:spcBef>
                <a:spcPct val="30000"/>
              </a:spcBef>
              <a:spcAft>
                <a:spcPct val="0"/>
              </a:spcAft>
              <a:defRPr sz="1200">
                <a:solidFill>
                  <a:schemeClr val="tx1"/>
                </a:solidFill>
                <a:latin typeface="Calibri" pitchFamily="34" charset="0"/>
              </a:defRPr>
            </a:lvl8pPr>
            <a:lvl9pPr marL="3924300" indent="-231775" eaLnBrk="0" fontAlgn="base" hangingPunct="0">
              <a:spcBef>
                <a:spcPct val="30000"/>
              </a:spcBef>
              <a:spcAft>
                <a:spcPct val="0"/>
              </a:spcAft>
              <a:defRPr sz="1200">
                <a:solidFill>
                  <a:schemeClr val="tx1"/>
                </a:solidFill>
                <a:latin typeface="Calibri" pitchFamily="34" charset="0"/>
              </a:defRPr>
            </a:lvl9pPr>
          </a:lstStyle>
          <a:p>
            <a:pPr>
              <a:spcBef>
                <a:spcPct val="0"/>
              </a:spcBef>
            </a:pPr>
            <a:fld id="{CEE14A06-6DA4-4485-8C26-48B287ECF792}" type="slidenum">
              <a:rPr lang="en-US" altLang="en-US" smtClean="0"/>
              <a:pPr>
                <a:spcBef>
                  <a:spcPct val="0"/>
                </a:spcBef>
              </a:pPr>
              <a:t>17</a:t>
            </a:fld>
            <a:endParaRPr lang="en-US" altLang="en-US" dirty="0" smtClean="0"/>
          </a:p>
        </p:txBody>
      </p:sp>
      <p:sp>
        <p:nvSpPr>
          <p:cNvPr id="70661" name="Date Placeholder 4"/>
          <p:cNvSpPr>
            <a:spLocks noGrp="1"/>
          </p:cNvSpPr>
          <p:nvPr>
            <p:ph type="dt" sz="quarter"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itchFamily="34" charset="0"/>
              </a:defRPr>
            </a:lvl1pPr>
            <a:lvl2pPr marL="757066" indent="-291179">
              <a:defRPr>
                <a:solidFill>
                  <a:schemeClr val="tx1"/>
                </a:solidFill>
                <a:latin typeface="Calibri" pitchFamily="34" charset="0"/>
              </a:defRPr>
            </a:lvl2pPr>
            <a:lvl3pPr marL="1164717" indent="-232943">
              <a:defRPr>
                <a:solidFill>
                  <a:schemeClr val="tx1"/>
                </a:solidFill>
                <a:latin typeface="Calibri" pitchFamily="34" charset="0"/>
              </a:defRPr>
            </a:lvl3pPr>
            <a:lvl4pPr marL="1630604" indent="-232943">
              <a:defRPr>
                <a:solidFill>
                  <a:schemeClr val="tx1"/>
                </a:solidFill>
                <a:latin typeface="Calibri" pitchFamily="34" charset="0"/>
              </a:defRPr>
            </a:lvl4pPr>
            <a:lvl5pPr marL="2096491" indent="-232943">
              <a:defRPr>
                <a:solidFill>
                  <a:schemeClr val="tx1"/>
                </a:solidFill>
                <a:latin typeface="Calibri" pitchFamily="34" charset="0"/>
              </a:defRPr>
            </a:lvl5pPr>
            <a:lvl6pPr marL="2562377" indent="-232943" fontAlgn="base">
              <a:spcBef>
                <a:spcPct val="0"/>
              </a:spcBef>
              <a:spcAft>
                <a:spcPct val="0"/>
              </a:spcAft>
              <a:defRPr>
                <a:solidFill>
                  <a:schemeClr val="tx1"/>
                </a:solidFill>
                <a:latin typeface="Calibri" pitchFamily="34" charset="0"/>
              </a:defRPr>
            </a:lvl6pPr>
            <a:lvl7pPr marL="3028264" indent="-232943" fontAlgn="base">
              <a:spcBef>
                <a:spcPct val="0"/>
              </a:spcBef>
              <a:spcAft>
                <a:spcPct val="0"/>
              </a:spcAft>
              <a:defRPr>
                <a:solidFill>
                  <a:schemeClr val="tx1"/>
                </a:solidFill>
                <a:latin typeface="Calibri" pitchFamily="34" charset="0"/>
              </a:defRPr>
            </a:lvl7pPr>
            <a:lvl8pPr marL="3494151" indent="-232943" fontAlgn="base">
              <a:spcBef>
                <a:spcPct val="0"/>
              </a:spcBef>
              <a:spcAft>
                <a:spcPct val="0"/>
              </a:spcAft>
              <a:defRPr>
                <a:solidFill>
                  <a:schemeClr val="tx1"/>
                </a:solidFill>
                <a:latin typeface="Calibri" pitchFamily="34" charset="0"/>
              </a:defRPr>
            </a:lvl8pPr>
            <a:lvl9pPr marL="3960038" indent="-232943"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8E05B8-BC65-4A5F-B692-EA38DF597DCB}" type="datetime1">
              <a:rPr lang="en-US" altLang="en-US" smtClean="0"/>
              <a:pPr fontAlgn="base">
                <a:spcBef>
                  <a:spcPct val="0"/>
                </a:spcBef>
                <a:spcAft>
                  <a:spcPct val="0"/>
                </a:spcAft>
                <a:defRPr/>
              </a:pPr>
              <a:t>10/20/2022</a:t>
            </a:fld>
            <a:endParaRPr lang="en-US" alt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5" name="Subtitle 2"/>
          <p:cNvSpPr>
            <a:spLocks noGrp="1"/>
          </p:cNvSpPr>
          <p:nvPr>
            <p:ph type="subTitle" idx="1"/>
          </p:nvPr>
        </p:nvSpPr>
        <p:spPr>
          <a:xfrm>
            <a:off x="1371600" y="3886200"/>
            <a:ext cx="6400800" cy="457200"/>
          </a:xfrm>
          <a:prstGeom prst="rect">
            <a:avLst/>
          </a:prstGeom>
        </p:spPr>
        <p:txBody>
          <a:bodyPr/>
          <a:lstStyle>
            <a:lvl1pPr marL="0" indent="0" algn="ctr">
              <a:buNone/>
              <a:defRPr sz="2000" b="1" baseline="0">
                <a:solidFill>
                  <a:schemeClr val="bg2"/>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9" name="Text Placeholder 8"/>
          <p:cNvSpPr>
            <a:spLocks noGrp="1"/>
          </p:cNvSpPr>
          <p:nvPr>
            <p:ph type="body" sz="quarter" idx="10"/>
          </p:nvPr>
        </p:nvSpPr>
        <p:spPr>
          <a:xfrm>
            <a:off x="1371600" y="4267200"/>
            <a:ext cx="6400800" cy="1295400"/>
          </a:xfrm>
          <a:prstGeom prst="rect">
            <a:avLst/>
          </a:prstGeom>
        </p:spPr>
        <p:txBody>
          <a:bodyPr/>
          <a:lstStyle>
            <a:lvl1pPr algn="ctr">
              <a:lnSpc>
                <a:spcPts val="2000"/>
              </a:lnSpc>
              <a:buNone/>
              <a:defRPr sz="1800" baseline="0">
                <a:solidFill>
                  <a:schemeClr val="tx1"/>
                </a:solidFill>
              </a:defRPr>
            </a:lvl1pPr>
            <a:lvl2pPr algn="ctr">
              <a:defRPr>
                <a:solidFill>
                  <a:schemeClr val="tx2"/>
                </a:solidFill>
              </a:defRPr>
            </a:lvl2pPr>
            <a:lvl3pPr algn="ctr">
              <a:defRPr>
                <a:solidFill>
                  <a:schemeClr val="tx2"/>
                </a:solidFill>
              </a:defRPr>
            </a:lvl3pPr>
            <a:lvl4pPr algn="ctr">
              <a:defRPr>
                <a:solidFill>
                  <a:schemeClr val="tx2"/>
                </a:solidFill>
              </a:defRPr>
            </a:lvl4pPr>
            <a:lvl5pPr algn="ct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itle 1"/>
          <p:cNvSpPr>
            <a:spLocks noGrp="1"/>
          </p:cNvSpPr>
          <p:nvPr>
            <p:ph type="title"/>
          </p:nvPr>
        </p:nvSpPr>
        <p:spPr>
          <a:xfrm>
            <a:off x="457200" y="1981200"/>
            <a:ext cx="8229600" cy="1676400"/>
          </a:xfrm>
          <a:prstGeom prst="rect">
            <a:avLst/>
          </a:prstGeom>
        </p:spPr>
        <p:txBody>
          <a:bodyPr/>
          <a:lstStyle>
            <a:lvl1pPr>
              <a:lnSpc>
                <a:spcPts val="3000"/>
              </a:lnSpc>
              <a:defRPr sz="2800" b="1" baseline="0">
                <a:effectLst/>
              </a:defRPr>
            </a:lvl1pPr>
          </a:lstStyle>
          <a:p>
            <a:r>
              <a:rPr lang="en-US" smtClean="0"/>
              <a:t>Click to edit Master title style</a:t>
            </a:r>
            <a:endParaRPr lang="en-US" dirty="0"/>
          </a:p>
        </p:txBody>
      </p:sp>
      <p:sp>
        <p:nvSpPr>
          <p:cNvPr id="8" name="Text Placeholder 5"/>
          <p:cNvSpPr>
            <a:spLocks noGrp="1"/>
          </p:cNvSpPr>
          <p:nvPr>
            <p:ph type="body" sz="quarter" idx="11"/>
          </p:nvPr>
        </p:nvSpPr>
        <p:spPr>
          <a:xfrm>
            <a:off x="2286000" y="6281928"/>
            <a:ext cx="5105400" cy="182880"/>
          </a:xfrm>
          <a:prstGeom prst="rect">
            <a:avLst/>
          </a:prstGeom>
        </p:spPr>
        <p:txBody>
          <a:bodyPr/>
          <a:lstStyle>
            <a:lvl1pPr>
              <a:buNone/>
              <a:defRPr sz="1000" baseline="0">
                <a:solidFill>
                  <a:schemeClr val="bg1"/>
                </a:solidFill>
              </a:defRPr>
            </a:lvl1pPr>
          </a:lstStyle>
          <a:p>
            <a:pPr lvl="0"/>
            <a:r>
              <a:rPr lang="en-US" smtClean="0"/>
              <a:t>Click to edit Master text styles</a:t>
            </a:r>
          </a:p>
        </p:txBody>
      </p:sp>
      <p:sp>
        <p:nvSpPr>
          <p:cNvPr id="10" name="Text Placeholder 6"/>
          <p:cNvSpPr>
            <a:spLocks noGrp="1"/>
          </p:cNvSpPr>
          <p:nvPr>
            <p:ph type="body" sz="quarter" idx="12"/>
          </p:nvPr>
        </p:nvSpPr>
        <p:spPr>
          <a:xfrm>
            <a:off x="2286000" y="6473952"/>
            <a:ext cx="5105400" cy="228600"/>
          </a:xfrm>
          <a:prstGeom prst="rect">
            <a:avLst/>
          </a:prstGeom>
        </p:spPr>
        <p:txBody>
          <a:bodyPr/>
          <a:lstStyle>
            <a:lvl1pPr>
              <a:buNone/>
              <a:defRPr sz="1000" baseline="0">
                <a:solidFill>
                  <a:schemeClr val="bg1"/>
                </a:solidFill>
              </a:defRPr>
            </a:lvl1pPr>
          </a:lstStyle>
          <a:p>
            <a:pPr lvl="0"/>
            <a:r>
              <a:rPr lang="en-US" smtClean="0"/>
              <a:t>Click to edit Master text styles</a:t>
            </a:r>
          </a:p>
        </p:txBody>
      </p:sp>
      <p:sp>
        <p:nvSpPr>
          <p:cNvPr id="7" name="Text Placeholder 5"/>
          <p:cNvSpPr>
            <a:spLocks noGrp="1"/>
          </p:cNvSpPr>
          <p:nvPr>
            <p:ph type="body" sz="quarter" idx="11"/>
          </p:nvPr>
        </p:nvSpPr>
        <p:spPr>
          <a:xfrm>
            <a:off x="2286000" y="6272784"/>
            <a:ext cx="5105400" cy="182880"/>
          </a:xfrm>
          <a:prstGeom prst="rect">
            <a:avLst/>
          </a:prstGeom>
        </p:spPr>
        <p:txBody>
          <a:bodyPr/>
          <a:lstStyle>
            <a:lvl1pPr>
              <a:buNone/>
              <a:defRPr sz="1000" baseline="0">
                <a:solidFill>
                  <a:schemeClr val="bg2"/>
                </a:solidFill>
              </a:defRPr>
            </a:lvl1pPr>
          </a:lstStyle>
          <a:p>
            <a:pPr lvl="0"/>
            <a:r>
              <a:rPr lang="en-US" smtClean="0"/>
              <a:t>Click to edit Master text styles</a:t>
            </a:r>
          </a:p>
        </p:txBody>
      </p:sp>
      <p:sp>
        <p:nvSpPr>
          <p:cNvPr id="12" name="Text Placeholder 6"/>
          <p:cNvSpPr>
            <a:spLocks noGrp="1"/>
          </p:cNvSpPr>
          <p:nvPr>
            <p:ph type="body" sz="quarter" idx="12"/>
          </p:nvPr>
        </p:nvSpPr>
        <p:spPr>
          <a:xfrm>
            <a:off x="2286000" y="6464808"/>
            <a:ext cx="5105400" cy="228600"/>
          </a:xfrm>
          <a:prstGeom prst="rect">
            <a:avLst/>
          </a:prstGeom>
        </p:spPr>
        <p:txBody>
          <a:bodyPr/>
          <a:lstStyle>
            <a:lvl1pPr>
              <a:buNone/>
              <a:defRPr sz="1000" baseline="0">
                <a:solidFill>
                  <a:schemeClr val="bg2"/>
                </a:solidFill>
              </a:defRPr>
            </a:lvl1pPr>
          </a:lstStyle>
          <a:p>
            <a:pPr lvl="0"/>
            <a:r>
              <a:rPr lang="en-US" smtClean="0"/>
              <a:t>Click to edit Master text styles</a:t>
            </a:r>
          </a:p>
        </p:txBody>
      </p:sp>
    </p:spTree>
    <p:extLst>
      <p:ext uri="{BB962C8B-B14F-4D97-AF65-F5344CB8AC3E}">
        <p14:creationId xmlns:p14="http://schemas.microsoft.com/office/powerpoint/2010/main" val="322715945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nchor="b" anchorCtr="0"/>
          <a:lstStyle>
            <a:lvl1pPr>
              <a:lnSpc>
                <a:spcPts val="3000"/>
              </a:lnSpc>
              <a:defRPr sz="2800" b="1" baseline="0">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7200" y="1600201"/>
            <a:ext cx="8229600" cy="4191000"/>
          </a:xfrm>
          <a:prstGeom prst="rect">
            <a:avLst/>
          </a:prstGeom>
        </p:spPr>
        <p:txBody>
          <a:bodyPr/>
          <a:lstStyle>
            <a:lvl1pPr>
              <a:buClr>
                <a:schemeClr val="tx1"/>
              </a:buClr>
              <a:buSzPct val="70000"/>
              <a:buFont typeface="Wingdings" pitchFamily="2" charset="2"/>
              <a:buChar char="q"/>
              <a:defRPr sz="2400" b="1" baseline="0">
                <a:solidFill>
                  <a:schemeClr val="bg2"/>
                </a:solidFill>
              </a:defRPr>
            </a:lvl1pPr>
            <a:lvl2pPr>
              <a:buClr>
                <a:schemeClr val="tx1"/>
              </a:buClr>
              <a:buSzPct val="100000"/>
              <a:buFont typeface="Wingdings" pitchFamily="2" charset="2"/>
              <a:buChar char="§"/>
              <a:defRPr sz="2000" i="0" u="none">
                <a:solidFill>
                  <a:schemeClr val="bg2"/>
                </a:solidFill>
                <a:latin typeface="+mn-lt"/>
              </a:defRPr>
            </a:lvl2pPr>
            <a:lvl3pPr>
              <a:buClr>
                <a:schemeClr val="tx1"/>
              </a:buClr>
              <a:buSzPct val="100000"/>
              <a:buFont typeface="Arial" pitchFamily="34" charset="0"/>
              <a:buChar char="•"/>
              <a:defRPr sz="1800" i="0">
                <a:solidFill>
                  <a:schemeClr val="bg2"/>
                </a:solidFill>
              </a:defRPr>
            </a:lvl3pPr>
            <a:lvl4pPr>
              <a:buClr>
                <a:schemeClr val="tx1"/>
              </a:buClr>
              <a:buSzPct val="70000"/>
              <a:buFont typeface="Courier New" pitchFamily="49" charset="0"/>
              <a:buChar char="o"/>
              <a:defRPr sz="1800" i="0" baseline="0">
                <a:solidFill>
                  <a:schemeClr val="bg2"/>
                </a:solidFill>
              </a:defRPr>
            </a:lvl4pPr>
            <a:lvl5pPr>
              <a:buClr>
                <a:schemeClr val="tx1"/>
              </a:buClr>
              <a:buSzPct val="70000"/>
              <a:buFont typeface="Arial" pitchFamily="34" charset="0"/>
              <a:buChar char="•"/>
              <a:defRPr sz="1800" i="0">
                <a:solidFill>
                  <a:schemeClr val="bg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5"/>
          <p:cNvSpPr>
            <a:spLocks noGrp="1"/>
          </p:cNvSpPr>
          <p:nvPr>
            <p:ph type="body" sz="quarter" idx="11"/>
          </p:nvPr>
        </p:nvSpPr>
        <p:spPr>
          <a:xfrm>
            <a:off x="457200" y="5791200"/>
            <a:ext cx="8229600" cy="609600"/>
          </a:xfrm>
          <a:prstGeom prst="rect">
            <a:avLst/>
          </a:prstGeom>
        </p:spPr>
        <p:txBody>
          <a:bodyPr anchor="b"/>
          <a:lstStyle>
            <a:lvl1pPr>
              <a:buNone/>
              <a:defRPr sz="11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4962175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ta Slide (For content heavy tables and charts)">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nchor="b" anchorCtr="0"/>
          <a:lstStyle>
            <a:lvl1pPr>
              <a:lnSpc>
                <a:spcPts val="3000"/>
              </a:lnSpc>
              <a:defRPr sz="2800" b="1" baseline="0">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7200" y="1600201"/>
            <a:ext cx="8229600" cy="4191000"/>
          </a:xfrm>
          <a:prstGeom prst="rect">
            <a:avLst/>
          </a:prstGeom>
        </p:spPr>
        <p:txBody>
          <a:bodyPr/>
          <a:lstStyle>
            <a:lvl1pPr>
              <a:buClr>
                <a:schemeClr val="tx1"/>
              </a:buClr>
              <a:buSzPct val="70000"/>
              <a:buFont typeface="Wingdings" pitchFamily="2" charset="2"/>
              <a:buChar char="q"/>
              <a:defRPr sz="2400" b="1" baseline="0">
                <a:solidFill>
                  <a:schemeClr val="bg2"/>
                </a:solidFill>
              </a:defRPr>
            </a:lvl1pPr>
            <a:lvl2pPr>
              <a:buClr>
                <a:schemeClr val="tx1"/>
              </a:buClr>
              <a:buSzPct val="100000"/>
              <a:buFont typeface="Wingdings" pitchFamily="2" charset="2"/>
              <a:buChar char="§"/>
              <a:defRPr sz="2000">
                <a:solidFill>
                  <a:schemeClr val="bg2"/>
                </a:solidFill>
              </a:defRPr>
            </a:lvl2pPr>
            <a:lvl3pPr>
              <a:buClr>
                <a:schemeClr val="tx1"/>
              </a:buClr>
              <a:buSzPct val="100000"/>
              <a:buFont typeface="Arial" pitchFamily="34" charset="0"/>
              <a:buChar char="•"/>
              <a:defRPr sz="1800">
                <a:solidFill>
                  <a:schemeClr val="bg2"/>
                </a:solidFill>
              </a:defRPr>
            </a:lvl3pPr>
            <a:lvl4pPr>
              <a:buClr>
                <a:schemeClr val="tx1"/>
              </a:buClr>
              <a:buSzPct val="70000"/>
              <a:buFont typeface="Courier New" pitchFamily="49" charset="0"/>
              <a:buChar char="o"/>
              <a:defRPr sz="1800" baseline="0">
                <a:solidFill>
                  <a:schemeClr val="bg2"/>
                </a:solidFill>
              </a:defRPr>
            </a:lvl4pPr>
            <a:lvl5pPr>
              <a:buClr>
                <a:schemeClr val="tx1"/>
              </a:buClr>
              <a:buSzPct val="70000"/>
              <a:buFont typeface="Arial" pitchFamily="34" charset="0"/>
              <a:buChar char="•"/>
              <a:defRPr sz="1800">
                <a:solidFill>
                  <a:schemeClr val="bg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5"/>
          <p:cNvSpPr>
            <a:spLocks noGrp="1"/>
          </p:cNvSpPr>
          <p:nvPr>
            <p:ph type="body" sz="quarter" idx="11"/>
          </p:nvPr>
        </p:nvSpPr>
        <p:spPr>
          <a:xfrm>
            <a:off x="457200" y="5791200"/>
            <a:ext cx="8229600" cy="609600"/>
          </a:xfrm>
          <a:prstGeom prst="rect">
            <a:avLst/>
          </a:prstGeom>
        </p:spPr>
        <p:txBody>
          <a:bodyPr anchor="b"/>
          <a:lstStyle>
            <a:lvl1pPr>
              <a:buNone/>
              <a:defRPr sz="11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235946513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Badge">
    <p:spTree>
      <p:nvGrpSpPr>
        <p:cNvPr id="1" name=""/>
        <p:cNvGrpSpPr/>
        <p:nvPr/>
      </p:nvGrpSpPr>
      <p:grpSpPr>
        <a:xfrm>
          <a:off x="0" y="0"/>
          <a:ext cx="0" cy="0"/>
          <a:chOff x="0" y="0"/>
          <a:chExt cx="0" cy="0"/>
        </a:xfrm>
      </p:grpSpPr>
      <p:sp>
        <p:nvSpPr>
          <p:cNvPr id="5" name="Subtitle 2"/>
          <p:cNvSpPr>
            <a:spLocks noGrp="1"/>
          </p:cNvSpPr>
          <p:nvPr>
            <p:ph type="subTitle" idx="1"/>
          </p:nvPr>
        </p:nvSpPr>
        <p:spPr>
          <a:xfrm>
            <a:off x="1371600" y="3886200"/>
            <a:ext cx="6400800" cy="457200"/>
          </a:xfrm>
          <a:prstGeom prst="rect">
            <a:avLst/>
          </a:prstGeom>
        </p:spPr>
        <p:txBody>
          <a:bodyPr/>
          <a:lstStyle>
            <a:lvl1pPr marL="0" indent="0" algn="ctr">
              <a:buNone/>
              <a:defRPr sz="2000" b="1" baseline="0">
                <a:solidFill>
                  <a:schemeClr val="bg2"/>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9" name="Text Placeholder 8"/>
          <p:cNvSpPr>
            <a:spLocks noGrp="1"/>
          </p:cNvSpPr>
          <p:nvPr>
            <p:ph type="body" sz="quarter" idx="10"/>
          </p:nvPr>
        </p:nvSpPr>
        <p:spPr>
          <a:xfrm>
            <a:off x="1371600" y="4267200"/>
            <a:ext cx="6400800" cy="1295400"/>
          </a:xfrm>
          <a:prstGeom prst="rect">
            <a:avLst/>
          </a:prstGeom>
        </p:spPr>
        <p:txBody>
          <a:bodyPr/>
          <a:lstStyle>
            <a:lvl1pPr algn="ctr">
              <a:lnSpc>
                <a:spcPts val="2000"/>
              </a:lnSpc>
              <a:buNone/>
              <a:defRPr sz="1800" baseline="0">
                <a:solidFill>
                  <a:schemeClr val="tx1"/>
                </a:solidFill>
              </a:defRPr>
            </a:lvl1pPr>
            <a:lvl2pPr algn="ctr">
              <a:defRPr>
                <a:solidFill>
                  <a:schemeClr val="tx2"/>
                </a:solidFill>
              </a:defRPr>
            </a:lvl2pPr>
            <a:lvl3pPr algn="ctr">
              <a:defRPr>
                <a:solidFill>
                  <a:schemeClr val="tx2"/>
                </a:solidFill>
              </a:defRPr>
            </a:lvl3pPr>
            <a:lvl4pPr algn="ctr">
              <a:defRPr>
                <a:solidFill>
                  <a:schemeClr val="tx2"/>
                </a:solidFill>
              </a:defRPr>
            </a:lvl4pPr>
            <a:lvl5pPr algn="ct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itle 1"/>
          <p:cNvSpPr>
            <a:spLocks noGrp="1"/>
          </p:cNvSpPr>
          <p:nvPr>
            <p:ph type="title"/>
          </p:nvPr>
        </p:nvSpPr>
        <p:spPr>
          <a:xfrm>
            <a:off x="457200" y="1981200"/>
            <a:ext cx="8229600" cy="1676400"/>
          </a:xfrm>
          <a:prstGeom prst="rect">
            <a:avLst/>
          </a:prstGeom>
        </p:spPr>
        <p:txBody>
          <a:bodyPr/>
          <a:lstStyle>
            <a:lvl1pPr>
              <a:lnSpc>
                <a:spcPts val="3000"/>
              </a:lnSpc>
              <a:defRPr sz="2800" b="1" baseline="0">
                <a:effectLst/>
              </a:defRPr>
            </a:lvl1pPr>
          </a:lstStyle>
          <a:p>
            <a:r>
              <a:rPr lang="en-US" smtClean="0"/>
              <a:t>Click to edit Master title style</a:t>
            </a:r>
            <a:endParaRPr lang="en-US" dirty="0"/>
          </a:p>
        </p:txBody>
      </p:sp>
    </p:spTree>
    <p:extLst>
      <p:ext uri="{BB962C8B-B14F-4D97-AF65-F5344CB8AC3E}">
        <p14:creationId xmlns:p14="http://schemas.microsoft.com/office/powerpoint/2010/main" val="361168867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sic Content Badg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nchor="b" anchorCtr="0"/>
          <a:lstStyle>
            <a:lvl1pPr>
              <a:lnSpc>
                <a:spcPts val="3000"/>
              </a:lnSpc>
              <a:defRPr sz="2800" b="1" baseline="0">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7200" y="1600201"/>
            <a:ext cx="8229600" cy="4191000"/>
          </a:xfrm>
          <a:prstGeom prst="rect">
            <a:avLst/>
          </a:prstGeom>
        </p:spPr>
        <p:txBody>
          <a:bodyPr/>
          <a:lstStyle>
            <a:lvl1pPr>
              <a:buClr>
                <a:schemeClr val="tx1"/>
              </a:buClr>
              <a:buSzPct val="70000"/>
              <a:buFont typeface="Wingdings" pitchFamily="2" charset="2"/>
              <a:buChar char="q"/>
              <a:defRPr sz="2400" b="1" baseline="0">
                <a:solidFill>
                  <a:schemeClr val="bg2"/>
                </a:solidFill>
              </a:defRPr>
            </a:lvl1pPr>
            <a:lvl2pPr>
              <a:buClr>
                <a:schemeClr val="tx1"/>
              </a:buClr>
              <a:buSzPct val="100000"/>
              <a:buFont typeface="Wingdings" pitchFamily="2" charset="2"/>
              <a:buChar char="§"/>
              <a:defRPr sz="2000">
                <a:solidFill>
                  <a:schemeClr val="bg2"/>
                </a:solidFill>
              </a:defRPr>
            </a:lvl2pPr>
            <a:lvl3pPr>
              <a:buClr>
                <a:schemeClr val="tx1"/>
              </a:buClr>
              <a:buSzPct val="100000"/>
              <a:buFont typeface="Arial" pitchFamily="34" charset="0"/>
              <a:buChar char="•"/>
              <a:defRPr sz="1800">
                <a:solidFill>
                  <a:schemeClr val="bg2"/>
                </a:solidFill>
              </a:defRPr>
            </a:lvl3pPr>
            <a:lvl4pPr>
              <a:buClr>
                <a:schemeClr val="tx1"/>
              </a:buClr>
              <a:buSzPct val="70000"/>
              <a:buFont typeface="Courier New" pitchFamily="49" charset="0"/>
              <a:buChar char="o"/>
              <a:defRPr sz="1800" baseline="0">
                <a:solidFill>
                  <a:schemeClr val="bg2"/>
                </a:solidFill>
              </a:defRPr>
            </a:lvl4pPr>
            <a:lvl5pPr>
              <a:buClr>
                <a:schemeClr val="tx1"/>
              </a:buClr>
              <a:buSzPct val="70000"/>
              <a:buFont typeface="Arial" pitchFamily="34" charset="0"/>
              <a:buChar char="•"/>
              <a:defRPr sz="1800">
                <a:solidFill>
                  <a:schemeClr val="bg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5"/>
          <p:cNvSpPr>
            <a:spLocks noGrp="1"/>
          </p:cNvSpPr>
          <p:nvPr>
            <p:ph type="body" sz="quarter" idx="11"/>
          </p:nvPr>
        </p:nvSpPr>
        <p:spPr>
          <a:xfrm>
            <a:off x="1905000" y="5791200"/>
            <a:ext cx="6781800" cy="609600"/>
          </a:xfrm>
          <a:prstGeom prst="rect">
            <a:avLst/>
          </a:prstGeom>
        </p:spPr>
        <p:txBody>
          <a:bodyPr anchor="b"/>
          <a:lstStyle>
            <a:lvl1pPr>
              <a:buNone/>
              <a:defRPr sz="11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339009262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lnSpc>
                <a:spcPts val="3800"/>
              </a:lnSpc>
              <a:defRPr sz="3600" b="1" cap="all" baseline="0">
                <a:effectLst/>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lnSpc>
                <a:spcPts val="2200"/>
              </a:lnSpc>
              <a:buNone/>
              <a:defRPr sz="2000" baseline="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221113636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2000" b="1" baseline="0">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3575050" y="273051"/>
            <a:ext cx="5111751" cy="5518150"/>
          </a:xfrm>
          <a:prstGeom prst="rect">
            <a:avLst/>
          </a:prstGeom>
        </p:spPr>
        <p:txBody>
          <a:bodyPr anchor="ctr" anchorCtr="0"/>
          <a:lstStyle>
            <a:lvl1pPr>
              <a:buClr>
                <a:schemeClr val="tx1"/>
              </a:buClr>
              <a:buSzPct val="70000"/>
              <a:buFont typeface="Wingdings" pitchFamily="2" charset="2"/>
              <a:buChar char="q"/>
              <a:defRPr sz="2400" b="1">
                <a:solidFill>
                  <a:schemeClr val="bg2"/>
                </a:solidFill>
              </a:defRPr>
            </a:lvl1pPr>
            <a:lvl2pPr>
              <a:buClr>
                <a:schemeClr val="tx1"/>
              </a:buClr>
              <a:buSzPct val="100000"/>
              <a:buFont typeface="Wingdings" pitchFamily="2" charset="2"/>
              <a:buChar char="§"/>
              <a:defRPr sz="2000">
                <a:solidFill>
                  <a:schemeClr val="bg2"/>
                </a:solidFill>
              </a:defRPr>
            </a:lvl2pPr>
            <a:lvl3pPr>
              <a:buClr>
                <a:schemeClr val="tx1"/>
              </a:buClr>
              <a:buSzPct val="100000"/>
              <a:buFont typeface="Arial" pitchFamily="34" charset="0"/>
              <a:buChar char="•"/>
              <a:defRPr sz="1800">
                <a:solidFill>
                  <a:schemeClr val="bg2"/>
                </a:solidFill>
              </a:defRPr>
            </a:lvl3pPr>
            <a:lvl4pPr>
              <a:buClr>
                <a:schemeClr val="tx1"/>
              </a:buClr>
              <a:buSzPct val="70000"/>
              <a:buFont typeface="Courier New" pitchFamily="49" charset="0"/>
              <a:buChar char="o"/>
              <a:defRPr sz="1800">
                <a:solidFill>
                  <a:schemeClr val="bg2"/>
                </a:solidFill>
              </a:defRPr>
            </a:lvl4pPr>
            <a:lvl5pPr>
              <a:buClr>
                <a:schemeClr val="tx1"/>
              </a:buClr>
              <a:buSzPct val="70000"/>
              <a:buFont typeface="Arial" pitchFamily="34" charset="0"/>
              <a:buChar char="•"/>
              <a:defRPr sz="1800">
                <a:solidFill>
                  <a:schemeClr val="bg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1435102"/>
            <a:ext cx="3008313" cy="4356099"/>
          </a:xfrm>
          <a:prstGeom prst="rect">
            <a:avLst/>
          </a:prstGeom>
        </p:spPr>
        <p:txBody>
          <a:bodyPr/>
          <a:lstStyle>
            <a:lvl1pPr marL="0" indent="0">
              <a:buNone/>
              <a:defRPr sz="1400" baseline="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a:p>
            <a:pPr lvl="1"/>
            <a:r>
              <a:rPr lang="en-US" smtClean="0"/>
              <a:t>Second level</a:t>
            </a:r>
          </a:p>
        </p:txBody>
      </p:sp>
      <p:sp>
        <p:nvSpPr>
          <p:cNvPr id="7" name="Text Placeholder 5"/>
          <p:cNvSpPr>
            <a:spLocks noGrp="1"/>
          </p:cNvSpPr>
          <p:nvPr>
            <p:ph type="body" sz="quarter" idx="11"/>
          </p:nvPr>
        </p:nvSpPr>
        <p:spPr>
          <a:xfrm>
            <a:off x="457200" y="5791200"/>
            <a:ext cx="8229600" cy="609600"/>
          </a:xfrm>
          <a:prstGeom prst="rect">
            <a:avLst/>
          </a:prstGeom>
        </p:spPr>
        <p:txBody>
          <a:bodyPr anchor="b"/>
          <a:lstStyle>
            <a:lvl1pPr>
              <a:buNone/>
              <a:defRPr sz="11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160295563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a:prstGeom prst="rect">
            <a:avLst/>
          </a:prstGeom>
        </p:spPr>
        <p:txBody>
          <a:bodyPr anchor="b"/>
          <a:lstStyle>
            <a:lvl1pPr algn="l">
              <a:defRPr sz="2000" b="1" baseline="0">
                <a:effectLst/>
              </a:defRPr>
            </a:lvl1pPr>
          </a:lstStyle>
          <a:p>
            <a:r>
              <a:rPr lang="en-US" smtClean="0"/>
              <a:t>Click to edit Master title style</a:t>
            </a:r>
            <a:endParaRPr lang="en-US" dirty="0"/>
          </a:p>
        </p:txBody>
      </p:sp>
      <p:sp>
        <p:nvSpPr>
          <p:cNvPr id="3" name="Picture Placeholder 2"/>
          <p:cNvSpPr>
            <a:spLocks noGrp="1"/>
          </p:cNvSpPr>
          <p:nvPr>
            <p:ph type="pic" idx="1"/>
          </p:nvPr>
        </p:nvSpPr>
        <p:spPr>
          <a:xfrm>
            <a:off x="1792288" y="612775"/>
            <a:ext cx="5486400" cy="4114800"/>
          </a:xfrm>
          <a:prstGeom prst="rect">
            <a:avLst/>
          </a:prstGeom>
          <a:ln w="25400">
            <a:solidFill>
              <a:schemeClr val="bg1"/>
            </a:solidFill>
          </a:ln>
          <a:effectLst>
            <a:outerShdw blurRad="44450" dist="27940" dir="5400000" algn="ctr">
              <a:srgbClr val="000000">
                <a:alpha val="32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9"/>
            <a:ext cx="5486400" cy="804862"/>
          </a:xfrm>
          <a:prstGeom prst="rect">
            <a:avLst/>
          </a:prstGeom>
        </p:spPr>
        <p:txBody>
          <a:bodyPr/>
          <a:lstStyle>
            <a:lvl1pPr marL="0" indent="0">
              <a:buNone/>
              <a:defRPr sz="1400" baseline="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2439949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sp>
        <p:nvSpPr>
          <p:cNvPr id="5" name="Subtitle 2"/>
          <p:cNvSpPr>
            <a:spLocks noGrp="1"/>
          </p:cNvSpPr>
          <p:nvPr>
            <p:ph type="subTitle" idx="1"/>
          </p:nvPr>
        </p:nvSpPr>
        <p:spPr>
          <a:xfrm>
            <a:off x="1371600" y="1981200"/>
            <a:ext cx="6400800" cy="2057400"/>
          </a:xfrm>
          <a:prstGeom prst="rect">
            <a:avLst/>
          </a:prstGeom>
        </p:spPr>
        <p:txBody>
          <a:bodyPr/>
          <a:lstStyle>
            <a:lvl1pPr marL="0" indent="0" algn="ctr">
              <a:buNone/>
              <a:defRPr sz="2800" b="1" baseline="0">
                <a:solidFill>
                  <a:schemeClr val="bg2"/>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ext Placeholder 5"/>
          <p:cNvSpPr>
            <a:spLocks noGrp="1"/>
          </p:cNvSpPr>
          <p:nvPr>
            <p:ph type="body" sz="quarter" idx="11"/>
          </p:nvPr>
        </p:nvSpPr>
        <p:spPr>
          <a:xfrm>
            <a:off x="2286000" y="6281928"/>
            <a:ext cx="5105400" cy="182880"/>
          </a:xfrm>
          <a:prstGeom prst="rect">
            <a:avLst/>
          </a:prstGeom>
        </p:spPr>
        <p:txBody>
          <a:bodyPr/>
          <a:lstStyle>
            <a:lvl1pPr>
              <a:buNone/>
              <a:defRPr sz="1000" baseline="0">
                <a:solidFill>
                  <a:schemeClr val="bg1"/>
                </a:solidFill>
              </a:defRPr>
            </a:lvl1pPr>
          </a:lstStyle>
          <a:p>
            <a:pPr lvl="0"/>
            <a:r>
              <a:rPr lang="en-US" smtClean="0"/>
              <a:t>Click to edit Master text styles</a:t>
            </a:r>
          </a:p>
        </p:txBody>
      </p:sp>
      <p:sp>
        <p:nvSpPr>
          <p:cNvPr id="12" name="Text Placeholder 6"/>
          <p:cNvSpPr>
            <a:spLocks noGrp="1"/>
          </p:cNvSpPr>
          <p:nvPr>
            <p:ph type="body" sz="quarter" idx="12"/>
          </p:nvPr>
        </p:nvSpPr>
        <p:spPr>
          <a:xfrm>
            <a:off x="2286000" y="6473952"/>
            <a:ext cx="5105400" cy="228600"/>
          </a:xfrm>
          <a:prstGeom prst="rect">
            <a:avLst/>
          </a:prstGeom>
        </p:spPr>
        <p:txBody>
          <a:bodyPr/>
          <a:lstStyle>
            <a:lvl1pPr>
              <a:buNone/>
              <a:defRPr sz="1000" baseline="0">
                <a:solidFill>
                  <a:schemeClr val="bg1"/>
                </a:solidFill>
              </a:defRPr>
            </a:lvl1pPr>
          </a:lstStyle>
          <a:p>
            <a:pPr lvl="0"/>
            <a:r>
              <a:rPr lang="en-US" smtClean="0"/>
              <a:t>Click to edit Master text styles</a:t>
            </a:r>
          </a:p>
        </p:txBody>
      </p:sp>
    </p:spTree>
    <p:extLst>
      <p:ext uri="{BB962C8B-B14F-4D97-AF65-F5344CB8AC3E}">
        <p14:creationId xmlns:p14="http://schemas.microsoft.com/office/powerpoint/2010/main" val="292452534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Line 35"/>
          <p:cNvSpPr>
            <a:spLocks noChangeShapeType="1"/>
          </p:cNvSpPr>
          <p:nvPr/>
        </p:nvSpPr>
        <p:spPr bwMode="gray">
          <a:xfrm>
            <a:off x="392113" y="806450"/>
            <a:ext cx="8355012" cy="0"/>
          </a:xfrm>
          <a:prstGeom prst="line">
            <a:avLst/>
          </a:prstGeom>
          <a:noFill/>
          <a:ln w="19050">
            <a:solidFill>
              <a:schemeClr val="accent1"/>
            </a:solidFill>
            <a:round/>
            <a:headEnd/>
            <a:tailEnd/>
          </a:ln>
          <a:effectLst/>
        </p:spPr>
        <p:txBody>
          <a:bodyPr wrap="none" anchor="ctr"/>
          <a:lstStyle/>
          <a:p>
            <a:pPr>
              <a:lnSpc>
                <a:spcPct val="106000"/>
              </a:lnSpc>
              <a:spcBef>
                <a:spcPct val="50000"/>
              </a:spcBef>
              <a:buSzPct val="100000"/>
              <a:buFont typeface="Wingdings 2" pitchFamily="18" charset="2"/>
              <a:buNone/>
              <a:defRPr/>
            </a:pPr>
            <a:endParaRPr lang="en-US" sz="1100" dirty="0">
              <a:solidFill>
                <a:srgbClr val="000000"/>
              </a:solidFill>
              <a:effectLst>
                <a:outerShdw blurRad="38100" dist="38100" dir="2700000" algn="tl">
                  <a:srgbClr val="000000">
                    <a:alpha val="43137"/>
                  </a:srgbClr>
                </a:outerShdw>
              </a:effectLst>
              <a:latin typeface="Arial" charset="0"/>
            </a:endParaRPr>
          </a:p>
        </p:txBody>
      </p:sp>
      <p:sp>
        <p:nvSpPr>
          <p:cNvPr id="2" name="Title 1"/>
          <p:cNvSpPr>
            <a:spLocks noGrp="1"/>
          </p:cNvSpPr>
          <p:nvPr>
            <p:ph type="title"/>
          </p:nvPr>
        </p:nvSpPr>
        <p:spPr>
          <a:xfrm>
            <a:off x="393198" y="514359"/>
            <a:ext cx="8345487" cy="258763"/>
          </a:xfrm>
          <a:prstGeom prst="rect">
            <a:avLst/>
          </a:prstGeom>
        </p:spPr>
        <p:txBody>
          <a:bodyPr/>
          <a:lstStyle/>
          <a:p>
            <a:r>
              <a:rPr lang="en-US" smtClean="0"/>
              <a:t>Click to edit Master title style</a:t>
            </a:r>
            <a:endParaRPr lang="en-US" dirty="0"/>
          </a:p>
        </p:txBody>
      </p:sp>
      <p:sp>
        <p:nvSpPr>
          <p:cNvPr id="9" name="Text Placeholder 13"/>
          <p:cNvSpPr>
            <a:spLocks noGrp="1"/>
          </p:cNvSpPr>
          <p:nvPr>
            <p:ph type="body" sz="quarter" idx="10"/>
          </p:nvPr>
        </p:nvSpPr>
        <p:spPr>
          <a:xfrm>
            <a:off x="393192" y="1152144"/>
            <a:ext cx="4014216" cy="5138928"/>
          </a:xfrm>
          <a:prstGeom prst="rect">
            <a:avLst/>
          </a:prstGeom>
        </p:spPr>
        <p:txBody>
          <a:bodyPr/>
          <a:lstStyle>
            <a:lvl1pPr>
              <a:buFont typeface="Arial" pitchFamily="34" charset="0"/>
              <a:buNone/>
              <a:defRPr/>
            </a:lvl1pPr>
            <a:lvl2pPr>
              <a:defRPr/>
            </a:lvl2pPr>
            <a:lvl3pPr>
              <a:buNone/>
              <a:defRPr/>
            </a:lvl3pPr>
            <a:lvl4pPr>
              <a:defRPr/>
            </a:lvl4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34272062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nchor="b"/>
          <a:lstStyle>
            <a:lvl1pPr>
              <a:defRPr sz="2800" b="1"/>
            </a:lvl1p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marL="342900" indent="-342900">
              <a:buClr>
                <a:schemeClr val="tx1"/>
              </a:buClr>
              <a:buSzPct val="70000"/>
              <a:buFont typeface="Wingdings" pitchFamily="2" charset="2"/>
              <a:buChar char="q"/>
              <a:defRPr sz="2400" b="1">
                <a:solidFill>
                  <a:srgbClr val="000000"/>
                </a:solidFill>
              </a:defRPr>
            </a:lvl1pPr>
            <a:lvl2pPr marL="742950" indent="-285750">
              <a:defRPr lang="en-US" sz="2000" kern="1200" dirty="0" smtClean="0">
                <a:solidFill>
                  <a:srgbClr val="000000"/>
                </a:solidFill>
                <a:latin typeface="+mn-lt"/>
                <a:ea typeface="+mn-ea"/>
                <a:cs typeface="+mn-cs"/>
              </a:defRPr>
            </a:lvl2pPr>
          </a:lstStyle>
          <a:p>
            <a:pPr lvl="0"/>
            <a:r>
              <a:rPr lang="en-US" dirty="0" smtClean="0"/>
              <a:t>Click to edit Master text styles</a:t>
            </a:r>
          </a:p>
          <a:p>
            <a:pPr lvl="1"/>
            <a:r>
              <a:rPr lang="en-US" dirty="0" smtClean="0"/>
              <a:t>Second level</a:t>
            </a:r>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400">
                <a:solidFill>
                  <a:srgbClr val="0039A6"/>
                </a:solidFill>
                <a:latin typeface="Myriad Web Pro" charset="0"/>
                <a:cs typeface="Times New Roman" pitchFamily="18" charset="0"/>
              </a:defRPr>
            </a:lvl1pPr>
          </a:lstStyle>
          <a:p>
            <a:pPr>
              <a:defRPr/>
            </a:pPr>
            <a:fld id="{9EDE2762-D309-4A1B-90D4-EE2DB97D9608}" type="slidenum">
              <a:rPr lang="en-US" altLang="en-US"/>
              <a:pPr>
                <a:defRPr/>
              </a:pPr>
              <a:t>‹#›</a:t>
            </a:fld>
            <a:endParaRPr lang="en-US" altLang="en-US" dirty="0"/>
          </a:p>
        </p:txBody>
      </p:sp>
    </p:spTree>
    <p:extLst>
      <p:ext uri="{BB962C8B-B14F-4D97-AF65-F5344CB8AC3E}">
        <p14:creationId xmlns:p14="http://schemas.microsoft.com/office/powerpoint/2010/main" val="384338631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a:prstGeom prst="rect">
            <a:avLst/>
          </a:prstGeom>
        </p:spPr>
        <p:txBody>
          <a:bodyPr/>
          <a:lstStyle/>
          <a:p>
            <a:pPr lvl="0"/>
            <a:r>
              <a:rPr lang="en-US" noProof="0" dirty="0" smtClean="0"/>
              <a:t>Click icon to add table</a:t>
            </a:r>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400">
                <a:solidFill>
                  <a:srgbClr val="0039A6"/>
                </a:solidFill>
                <a:latin typeface="Myriad Web Pro" charset="0"/>
                <a:cs typeface="Times New Roman" pitchFamily="18" charset="0"/>
              </a:defRPr>
            </a:lvl1pPr>
          </a:lstStyle>
          <a:p>
            <a:pPr>
              <a:defRPr/>
            </a:pPr>
            <a:fld id="{A6995B87-722D-46BC-9CC9-1ED5024E22B0}" type="slidenum">
              <a:rPr lang="en-US" altLang="en-US"/>
              <a:pPr>
                <a:defRPr/>
              </a:pPr>
              <a:t>‹#›</a:t>
            </a:fld>
            <a:endParaRPr lang="en-US" altLang="en-US" dirty="0"/>
          </a:p>
        </p:txBody>
      </p:sp>
    </p:spTree>
    <p:extLst>
      <p:ext uri="{BB962C8B-B14F-4D97-AF65-F5344CB8AC3E}">
        <p14:creationId xmlns:p14="http://schemas.microsoft.com/office/powerpoint/2010/main" val="329413870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xfrm>
            <a:off x="457200" y="6245225"/>
            <a:ext cx="2133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4" name="Rectangle 5"/>
          <p:cNvSpPr>
            <a:spLocks noGrp="1" noChangeArrowheads="1"/>
          </p:cNvSpPr>
          <p:nvPr>
            <p:ph type="ftr" sz="quarter" idx="11"/>
          </p:nvPr>
        </p:nvSpPr>
        <p:spPr>
          <a:xfrm>
            <a:off x="3124200" y="6245225"/>
            <a:ext cx="2895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5" name="Rectangle 6"/>
          <p:cNvSpPr>
            <a:spLocks noGrp="1" noChangeArrowheads="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400">
                <a:solidFill>
                  <a:srgbClr val="0039A6"/>
                </a:solidFill>
                <a:latin typeface="Myriad Web Pro" charset="0"/>
                <a:cs typeface="Times New Roman" pitchFamily="18" charset="0"/>
              </a:defRPr>
            </a:lvl1pPr>
          </a:lstStyle>
          <a:p>
            <a:pPr>
              <a:defRPr/>
            </a:pPr>
            <a:fld id="{2CBE984D-2DD5-4668-BAF8-1C9AC1A13DBC}" type="slidenum">
              <a:rPr lang="en-US" altLang="en-US"/>
              <a:pPr>
                <a:defRPr/>
              </a:pPr>
              <a:t>‹#›</a:t>
            </a:fld>
            <a:endParaRPr lang="en-US" altLang="en-US" dirty="0"/>
          </a:p>
        </p:txBody>
      </p:sp>
    </p:spTree>
    <p:extLst>
      <p:ext uri="{BB962C8B-B14F-4D97-AF65-F5344CB8AC3E}">
        <p14:creationId xmlns:p14="http://schemas.microsoft.com/office/powerpoint/2010/main" val="123415176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457200" y="6245225"/>
            <a:ext cx="2133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3" name="Rectangle 5"/>
          <p:cNvSpPr>
            <a:spLocks noGrp="1" noChangeArrowheads="1"/>
          </p:cNvSpPr>
          <p:nvPr>
            <p:ph type="ftr" sz="quarter" idx="11"/>
          </p:nvPr>
        </p:nvSpPr>
        <p:spPr>
          <a:xfrm>
            <a:off x="3124200" y="6245225"/>
            <a:ext cx="2895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4" name="Rectangle 6"/>
          <p:cNvSpPr>
            <a:spLocks noGrp="1" noChangeArrowheads="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400">
                <a:solidFill>
                  <a:srgbClr val="0039A6"/>
                </a:solidFill>
                <a:latin typeface="Myriad Web Pro" charset="0"/>
                <a:cs typeface="Times New Roman" pitchFamily="18" charset="0"/>
              </a:defRPr>
            </a:lvl1pPr>
          </a:lstStyle>
          <a:p>
            <a:pPr>
              <a:defRPr/>
            </a:pPr>
            <a:fld id="{486D207D-9E64-417F-AA84-D9CB1A523B53}" type="slidenum">
              <a:rPr lang="en-US" altLang="en-US"/>
              <a:pPr>
                <a:defRPr/>
              </a:pPr>
              <a:t>‹#›</a:t>
            </a:fld>
            <a:endParaRPr lang="en-US" altLang="en-US" dirty="0"/>
          </a:p>
        </p:txBody>
      </p:sp>
    </p:spTree>
    <p:extLst>
      <p:ext uri="{BB962C8B-B14F-4D97-AF65-F5344CB8AC3E}">
        <p14:creationId xmlns:p14="http://schemas.microsoft.com/office/powerpoint/2010/main" val="14473516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r" eaLnBrk="1" hangingPunct="1">
              <a:defRPr sz="1400">
                <a:solidFill>
                  <a:srgbClr val="0039A6"/>
                </a:solidFill>
                <a:latin typeface="Myriad Web Pro" charset="0"/>
                <a:cs typeface="Times New Roman" pitchFamily="18" charset="0"/>
              </a:defRPr>
            </a:lvl1pPr>
          </a:lstStyle>
          <a:p>
            <a:pPr>
              <a:defRPr/>
            </a:pPr>
            <a:fld id="{C346C8A6-4EAA-425C-AD65-FB7185D13849}" type="slidenum">
              <a:rPr lang="en-US" altLang="en-US"/>
              <a:pPr>
                <a:defRPr/>
              </a:pPr>
              <a:t>‹#›</a:t>
            </a:fld>
            <a:endParaRPr lang="en-US" altLang="en-US" dirty="0"/>
          </a:p>
        </p:txBody>
      </p:sp>
    </p:spTree>
    <p:extLst>
      <p:ext uri="{BB962C8B-B14F-4D97-AF65-F5344CB8AC3E}">
        <p14:creationId xmlns:p14="http://schemas.microsoft.com/office/powerpoint/2010/main" val="63109513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Subtitle 2"/>
          <p:cNvSpPr>
            <a:spLocks noGrp="1"/>
          </p:cNvSpPr>
          <p:nvPr>
            <p:ph type="subTitle" idx="1"/>
          </p:nvPr>
        </p:nvSpPr>
        <p:spPr>
          <a:xfrm>
            <a:off x="1371600" y="3886200"/>
            <a:ext cx="6400800" cy="457200"/>
          </a:xfrm>
          <a:prstGeom prst="rect">
            <a:avLst/>
          </a:prstGeom>
        </p:spPr>
        <p:txBody>
          <a:bodyPr/>
          <a:lstStyle>
            <a:lvl1pPr marL="0" indent="0" algn="ctr">
              <a:buNone/>
              <a:defRPr sz="2000" b="1" baseline="0">
                <a:solidFill>
                  <a:schemeClr val="bg2"/>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9" name="Text Placeholder 8"/>
          <p:cNvSpPr>
            <a:spLocks noGrp="1"/>
          </p:cNvSpPr>
          <p:nvPr>
            <p:ph type="body" sz="quarter" idx="10"/>
          </p:nvPr>
        </p:nvSpPr>
        <p:spPr>
          <a:xfrm>
            <a:off x="1371600" y="4267200"/>
            <a:ext cx="6400800" cy="1295400"/>
          </a:xfrm>
          <a:prstGeom prst="rect">
            <a:avLst/>
          </a:prstGeom>
        </p:spPr>
        <p:txBody>
          <a:bodyPr/>
          <a:lstStyle>
            <a:lvl1pPr algn="ctr">
              <a:lnSpc>
                <a:spcPts val="2000"/>
              </a:lnSpc>
              <a:buNone/>
              <a:defRPr sz="1800" baseline="0">
                <a:solidFill>
                  <a:schemeClr val="tx2"/>
                </a:solidFill>
              </a:defRPr>
            </a:lvl1pPr>
            <a:lvl2pPr algn="ctr">
              <a:defRPr>
                <a:solidFill>
                  <a:schemeClr val="tx2"/>
                </a:solidFill>
              </a:defRPr>
            </a:lvl2pPr>
            <a:lvl3pPr algn="ctr">
              <a:defRPr>
                <a:solidFill>
                  <a:schemeClr val="tx2"/>
                </a:solidFill>
              </a:defRPr>
            </a:lvl3pPr>
            <a:lvl4pPr algn="ctr">
              <a:defRPr>
                <a:solidFill>
                  <a:schemeClr val="tx2"/>
                </a:solidFill>
              </a:defRPr>
            </a:lvl4pPr>
            <a:lvl5pPr algn="ct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itle 1"/>
          <p:cNvSpPr>
            <a:spLocks noGrp="1"/>
          </p:cNvSpPr>
          <p:nvPr>
            <p:ph type="title"/>
          </p:nvPr>
        </p:nvSpPr>
        <p:spPr>
          <a:xfrm>
            <a:off x="457200" y="1981200"/>
            <a:ext cx="8229600" cy="1676400"/>
          </a:xfrm>
          <a:prstGeom prst="rect">
            <a:avLst/>
          </a:prstGeom>
        </p:spPr>
        <p:txBody>
          <a:bodyPr/>
          <a:lstStyle>
            <a:lvl1pPr>
              <a:lnSpc>
                <a:spcPts val="3000"/>
              </a:lnSpc>
              <a:defRPr sz="2800" b="1" baseline="0">
                <a:solidFill>
                  <a:schemeClr val="tx1"/>
                </a:solidFill>
                <a:effectLst/>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2286000" y="6272784"/>
            <a:ext cx="5105400" cy="182880"/>
          </a:xfrm>
          <a:prstGeom prst="rect">
            <a:avLst/>
          </a:prstGeom>
        </p:spPr>
        <p:txBody>
          <a:bodyPr/>
          <a:lstStyle>
            <a:lvl1pPr>
              <a:buNone/>
              <a:defRPr sz="1000" baseline="0">
                <a:solidFill>
                  <a:schemeClr val="bg2"/>
                </a:solidFill>
              </a:defRPr>
            </a:lvl1pPr>
          </a:lstStyle>
          <a:p>
            <a:pPr lvl="0"/>
            <a:r>
              <a:rPr lang="en-US" smtClean="0"/>
              <a:t>Click to edit Master text styles</a:t>
            </a:r>
          </a:p>
        </p:txBody>
      </p:sp>
      <p:sp>
        <p:nvSpPr>
          <p:cNvPr id="7" name="Text Placeholder 6"/>
          <p:cNvSpPr>
            <a:spLocks noGrp="1"/>
          </p:cNvSpPr>
          <p:nvPr>
            <p:ph type="body" sz="quarter" idx="12"/>
          </p:nvPr>
        </p:nvSpPr>
        <p:spPr>
          <a:xfrm>
            <a:off x="2286000" y="6464808"/>
            <a:ext cx="5105400" cy="228600"/>
          </a:xfrm>
          <a:prstGeom prst="rect">
            <a:avLst/>
          </a:prstGeom>
        </p:spPr>
        <p:txBody>
          <a:bodyPr/>
          <a:lstStyle>
            <a:lvl1pPr>
              <a:buNone/>
              <a:defRPr sz="1000" baseline="0">
                <a:solidFill>
                  <a:schemeClr val="bg2"/>
                </a:solidFill>
              </a:defRPr>
            </a:lvl1pPr>
          </a:lstStyle>
          <a:p>
            <a:pPr lvl="0"/>
            <a:r>
              <a:rPr lang="en-US" smtClean="0"/>
              <a:t>Click to edit Master text styles</a:t>
            </a:r>
          </a:p>
        </p:txBody>
      </p:sp>
    </p:spTree>
    <p:extLst>
      <p:ext uri="{BB962C8B-B14F-4D97-AF65-F5344CB8AC3E}">
        <p14:creationId xmlns:p14="http://schemas.microsoft.com/office/powerpoint/2010/main" val="132430817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2286000"/>
            <a:ext cx="3962400" cy="38401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24400" y="2286000"/>
            <a:ext cx="3962400" cy="38401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noChangeArrowheads="1"/>
          </p:cNvSpPr>
          <p:nvPr>
            <p:ph type="dt" sz="half" idx="10"/>
          </p:nvPr>
        </p:nvSpPr>
        <p:spPr>
          <a:xfrm>
            <a:off x="457200" y="6245225"/>
            <a:ext cx="2133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6" name="Footer Placeholder 5"/>
          <p:cNvSpPr>
            <a:spLocks noGrp="1" noChangeArrowheads="1"/>
          </p:cNvSpPr>
          <p:nvPr>
            <p:ph type="ftr" sz="quarter" idx="11"/>
          </p:nvPr>
        </p:nvSpPr>
        <p:spPr>
          <a:xfrm>
            <a:off x="3124200" y="6245225"/>
            <a:ext cx="2895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7" name="Rectangle 5"/>
          <p:cNvSpPr>
            <a:spLocks noGrp="1" noChangeArrowheads="1"/>
          </p:cNvSpPr>
          <p:nvPr>
            <p:ph type="ftr" sz="quarter" idx="12"/>
          </p:nvPr>
        </p:nvSpPr>
        <p:spPr>
          <a:xfrm>
            <a:off x="3124200" y="6245225"/>
            <a:ext cx="2895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8" name="Rectangle 6"/>
          <p:cNvSpPr>
            <a:spLocks noGrp="1" noChangeArrowheads="1"/>
          </p:cNvSpPr>
          <p:nvPr>
            <p:ph type="sldNum" sz="quarter" idx="13"/>
          </p:nvPr>
        </p:nvSpPr>
        <p:spPr>
          <a:xfrm>
            <a:off x="6553200" y="6245225"/>
            <a:ext cx="2133600" cy="476250"/>
          </a:xfrm>
          <a:prstGeom prst="rect">
            <a:avLst/>
          </a:prstGeom>
        </p:spPr>
        <p:txBody>
          <a:bodyPr/>
          <a:lstStyle>
            <a:lvl1pPr eaLnBrk="1" hangingPunct="1">
              <a:defRPr sz="2800">
                <a:solidFill>
                  <a:srgbClr val="0039A6"/>
                </a:solidFill>
                <a:effectLst>
                  <a:outerShdw blurRad="38100" dist="38100" dir="2700000" algn="tl">
                    <a:srgbClr val="000000">
                      <a:alpha val="43137"/>
                    </a:srgbClr>
                  </a:outerShdw>
                </a:effectLst>
                <a:latin typeface="Times New Roman" pitchFamily="18" charset="0"/>
                <a:cs typeface="Times New Roman" pitchFamily="18" charset="0"/>
              </a:defRPr>
            </a:lvl1pPr>
          </a:lstStyle>
          <a:p>
            <a:pPr>
              <a:defRPr/>
            </a:pPr>
            <a:endParaRPr lang="en-US"/>
          </a:p>
        </p:txBody>
      </p:sp>
      <p:sp>
        <p:nvSpPr>
          <p:cNvPr id="9" name="Rectangle 6"/>
          <p:cNvSpPr>
            <a:spLocks noGrp="1" noChangeArrowheads="1"/>
          </p:cNvSpPr>
          <p:nvPr>
            <p:ph type="sldNum" sz="quarter" idx="14"/>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lgn="r" eaLnBrk="1" hangingPunct="1">
              <a:defRPr sz="2800">
                <a:solidFill>
                  <a:srgbClr val="0039A6"/>
                </a:solidFill>
                <a:effectLst>
                  <a:outerShdw blurRad="38100" dist="38100" dir="2700000" algn="tl">
                    <a:srgbClr val="C0C0C0"/>
                  </a:outerShdw>
                </a:effectLst>
                <a:latin typeface="Times New Roman" pitchFamily="18" charset="0"/>
                <a:cs typeface="Times New Roman" pitchFamily="18" charset="0"/>
              </a:defRPr>
            </a:lvl1pPr>
          </a:lstStyle>
          <a:p>
            <a:pPr>
              <a:defRPr/>
            </a:pPr>
            <a:fld id="{BF2DA97D-831A-48CD-A7A1-23EF5E790589}" type="slidenum">
              <a:rPr lang="en-US" altLang="en-US"/>
              <a:pPr>
                <a:defRPr/>
              </a:pPr>
              <a:t>‹#›</a:t>
            </a:fld>
            <a:endParaRPr lang="en-US" altLang="en-US" dirty="0"/>
          </a:p>
        </p:txBody>
      </p:sp>
    </p:spTree>
    <p:extLst>
      <p:ext uri="{BB962C8B-B14F-4D97-AF65-F5344CB8AC3E}">
        <p14:creationId xmlns:p14="http://schemas.microsoft.com/office/powerpoint/2010/main" val="344807112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82000" cy="838200"/>
          </a:xfrm>
          <a:prstGeom prst="rect">
            <a:avLst/>
          </a:prstGeom>
        </p:spPr>
        <p:txBody>
          <a:bodyPr/>
          <a:lstStyle/>
          <a:p>
            <a:r>
              <a:rPr lang="en-US" smtClean="0"/>
              <a:t>Click to edit Master title style</a:t>
            </a:r>
            <a:endParaRPr lang="en-US"/>
          </a:p>
        </p:txBody>
      </p:sp>
      <p:sp>
        <p:nvSpPr>
          <p:cNvPr id="3" name="Chart Placeholder 2"/>
          <p:cNvSpPr>
            <a:spLocks noGrp="1"/>
          </p:cNvSpPr>
          <p:nvPr>
            <p:ph type="chart" idx="1"/>
          </p:nvPr>
        </p:nvSpPr>
        <p:spPr>
          <a:xfrm>
            <a:off x="355600" y="1295400"/>
            <a:ext cx="8407400" cy="4724400"/>
          </a:xfrm>
          <a:prstGeom prst="rect">
            <a:avLst/>
          </a:prstGeom>
        </p:spPr>
        <p:txBody>
          <a:bodyPr/>
          <a:lstStyle/>
          <a:p>
            <a:pPr lvl="0"/>
            <a:endParaRPr lang="en-US" noProof="0" dirty="0" smtClean="0"/>
          </a:p>
        </p:txBody>
      </p:sp>
    </p:spTree>
    <p:extLst>
      <p:ext uri="{BB962C8B-B14F-4D97-AF65-F5344CB8AC3E}">
        <p14:creationId xmlns:p14="http://schemas.microsoft.com/office/powerpoint/2010/main" val="425779532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6783329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912D45AF-7B27-461D-8F9E-ECB43847A1EE}" type="datetime1">
              <a:rPr lang="en-US" smtClean="0"/>
              <a:pPr>
                <a:defRPr/>
              </a:pPr>
              <a:t>10/20/2022</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77736353-9378-4982-9402-0AF2F1B216E7}" type="slidenum">
              <a:rPr lang="en-US" altLang="en-US" smtClean="0"/>
              <a:pPr>
                <a:defRPr/>
              </a:pPr>
              <a:t>‹#›</a:t>
            </a:fld>
            <a:endParaRPr lang="en-US" altLang="en-US" dirty="0"/>
          </a:p>
        </p:txBody>
      </p:sp>
    </p:spTree>
    <p:extLst>
      <p:ext uri="{BB962C8B-B14F-4D97-AF65-F5344CB8AC3E}">
        <p14:creationId xmlns:p14="http://schemas.microsoft.com/office/powerpoint/2010/main" val="1962773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F87909EC-F7EE-45C8-A7CD-634A095989AD}" type="datetime1">
              <a:rPr lang="en-US" smtClean="0"/>
              <a:pPr>
                <a:defRPr/>
              </a:pPr>
              <a:t>10/20/2022</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550AD3ED-6F7F-452F-BCFB-6676934D578C}" type="slidenum">
              <a:rPr lang="en-US" altLang="en-US" smtClean="0"/>
              <a:pPr>
                <a:defRPr/>
              </a:pPr>
              <a:t>‹#›</a:t>
            </a:fld>
            <a:endParaRPr lang="en-US" altLang="en-US" dirty="0"/>
          </a:p>
        </p:txBody>
      </p:sp>
    </p:spTree>
    <p:extLst>
      <p:ext uri="{BB962C8B-B14F-4D97-AF65-F5344CB8AC3E}">
        <p14:creationId xmlns:p14="http://schemas.microsoft.com/office/powerpoint/2010/main" val="30754132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C25DF207-C5C2-45B1-97A5-ECB1C5ABD953}" type="datetime1">
              <a:rPr lang="en-US" smtClean="0"/>
              <a:pPr>
                <a:defRPr/>
              </a:pPr>
              <a:t>10/20/2022</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CB71E9DA-E80A-48AB-A09B-BDE59DB3A2B3}" type="slidenum">
              <a:rPr lang="en-US" altLang="en-US" smtClean="0"/>
              <a:pPr>
                <a:defRPr/>
              </a:pPr>
              <a:t>‹#›</a:t>
            </a:fld>
            <a:endParaRPr lang="en-US" altLang="en-US" dirty="0"/>
          </a:p>
        </p:txBody>
      </p:sp>
    </p:spTree>
    <p:extLst>
      <p:ext uri="{BB962C8B-B14F-4D97-AF65-F5344CB8AC3E}">
        <p14:creationId xmlns:p14="http://schemas.microsoft.com/office/powerpoint/2010/main" val="4005942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F2154FB3-E2CD-4E92-823B-4A2BB61FA6B3}" type="datetime1">
              <a:rPr lang="en-US" smtClean="0"/>
              <a:pPr>
                <a:defRPr/>
              </a:pPr>
              <a:t>10/20/2022</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7F8523A4-90B7-45FC-9FCF-4E076E7F1DBC}" type="slidenum">
              <a:rPr lang="en-US" altLang="en-US" smtClean="0"/>
              <a:pPr>
                <a:defRPr/>
              </a:pPr>
              <a:t>‹#›</a:t>
            </a:fld>
            <a:endParaRPr lang="en-US" altLang="en-US" dirty="0"/>
          </a:p>
        </p:txBody>
      </p:sp>
    </p:spTree>
    <p:extLst>
      <p:ext uri="{BB962C8B-B14F-4D97-AF65-F5344CB8AC3E}">
        <p14:creationId xmlns:p14="http://schemas.microsoft.com/office/powerpoint/2010/main" val="16185231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F7D3F16E-4B97-4909-98D2-025BA5FFAEBE}" type="datetime1">
              <a:rPr lang="en-US" smtClean="0"/>
              <a:pPr>
                <a:defRPr/>
              </a:pPr>
              <a:t>10/20/2022</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301EC4D1-1DCD-4FA5-BFA3-793664CF8445}" type="slidenum">
              <a:rPr lang="en-US" altLang="en-US" smtClean="0"/>
              <a:pPr>
                <a:defRPr/>
              </a:pPr>
              <a:t>‹#›</a:t>
            </a:fld>
            <a:endParaRPr lang="en-US" altLang="en-US" dirty="0"/>
          </a:p>
        </p:txBody>
      </p:sp>
    </p:spTree>
    <p:extLst>
      <p:ext uri="{BB962C8B-B14F-4D97-AF65-F5344CB8AC3E}">
        <p14:creationId xmlns:p14="http://schemas.microsoft.com/office/powerpoint/2010/main" val="36633847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B8CCF58E-6F33-49B9-B5D7-C3BF014A4DA4}" type="datetime1">
              <a:rPr lang="en-US" smtClean="0"/>
              <a:pPr>
                <a:defRPr/>
              </a:pPr>
              <a:t>10/20/2022</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25EFDEA3-971A-4A02-855D-7AD05D64FE7C}" type="slidenum">
              <a:rPr lang="en-US" altLang="en-US" smtClean="0"/>
              <a:pPr>
                <a:defRPr/>
              </a:pPr>
              <a:t>‹#›</a:t>
            </a:fld>
            <a:endParaRPr lang="en-US" altLang="en-US" dirty="0"/>
          </a:p>
        </p:txBody>
      </p:sp>
    </p:spTree>
    <p:extLst>
      <p:ext uri="{BB962C8B-B14F-4D97-AF65-F5344CB8AC3E}">
        <p14:creationId xmlns:p14="http://schemas.microsoft.com/office/powerpoint/2010/main" val="3426507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7DA025E1-216E-4DFE-84BA-C08DC9F0569A}" type="datetime1">
              <a:rPr lang="en-US" smtClean="0"/>
              <a:pPr>
                <a:defRPr/>
              </a:pPr>
              <a:t>10/20/2022</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90FB283F-61C8-48B9-8E9D-93955E60FC73}" type="slidenum">
              <a:rPr lang="en-US" altLang="en-US" smtClean="0"/>
              <a:pPr>
                <a:defRPr/>
              </a:pPr>
              <a:t>‹#›</a:t>
            </a:fld>
            <a:endParaRPr lang="en-US" altLang="en-US" dirty="0"/>
          </a:p>
        </p:txBody>
      </p:sp>
    </p:spTree>
    <p:extLst>
      <p:ext uri="{BB962C8B-B14F-4D97-AF65-F5344CB8AC3E}">
        <p14:creationId xmlns:p14="http://schemas.microsoft.com/office/powerpoint/2010/main" val="1964798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34DBBCE8-3780-4481-AF27-61BD67877911}" type="datetime1">
              <a:rPr lang="en-US" smtClean="0"/>
              <a:pPr>
                <a:defRPr/>
              </a:pPr>
              <a:t>10/20/2022</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30C91A3A-5883-4CE5-B7F5-7CA602EDE11F}" type="slidenum">
              <a:rPr lang="en-US" altLang="en-US" smtClean="0"/>
              <a:pPr>
                <a:defRPr/>
              </a:pPr>
              <a:t>‹#›</a:t>
            </a:fld>
            <a:endParaRPr lang="en-US" altLang="en-US" dirty="0"/>
          </a:p>
        </p:txBody>
      </p:sp>
    </p:spTree>
    <p:extLst>
      <p:ext uri="{BB962C8B-B14F-4D97-AF65-F5344CB8AC3E}">
        <p14:creationId xmlns:p14="http://schemas.microsoft.com/office/powerpoint/2010/main" val="30911756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D771B6C3-FE1D-44F5-B38B-E27ADB3C1C84}" type="datetime1">
              <a:rPr lang="en-US" smtClean="0"/>
              <a:pPr>
                <a:defRPr/>
              </a:pPr>
              <a:t>10/20/2022</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ED4403C4-ED66-44F0-96DF-D6B0B2FAEB37}" type="slidenum">
              <a:rPr lang="en-US" altLang="en-US" smtClean="0"/>
              <a:pPr>
                <a:defRPr/>
              </a:pPr>
              <a:t>‹#›</a:t>
            </a:fld>
            <a:endParaRPr lang="en-US" altLang="en-US" dirty="0"/>
          </a:p>
        </p:txBody>
      </p:sp>
    </p:spTree>
    <p:extLst>
      <p:ext uri="{BB962C8B-B14F-4D97-AF65-F5344CB8AC3E}">
        <p14:creationId xmlns:p14="http://schemas.microsoft.com/office/powerpoint/2010/main" val="10664700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675AC2EE-C2F1-480C-956A-10BF6D73F939}" type="datetime1">
              <a:rPr lang="en-US" smtClean="0"/>
              <a:pPr>
                <a:defRPr/>
              </a:pPr>
              <a:t>10/20/2022</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40D7998E-B1C9-45C9-97F9-509677D8324A}" type="slidenum">
              <a:rPr lang="en-US" altLang="en-US" smtClean="0"/>
              <a:pPr>
                <a:defRPr/>
              </a:pPr>
              <a:t>‹#›</a:t>
            </a:fld>
            <a:endParaRPr lang="en-US" altLang="en-US" dirty="0"/>
          </a:p>
        </p:txBody>
      </p:sp>
    </p:spTree>
    <p:extLst>
      <p:ext uri="{BB962C8B-B14F-4D97-AF65-F5344CB8AC3E}">
        <p14:creationId xmlns:p14="http://schemas.microsoft.com/office/powerpoint/2010/main" val="22630030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1_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prstGeom prst="rect">
            <a:avLst/>
          </a:prstGeo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a:prstGeom prst="rect">
            <a:avLst/>
          </a:prstGeo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a:xfrm>
            <a:off x="457200" y="6356350"/>
            <a:ext cx="2133600" cy="365125"/>
          </a:xfrm>
          <a:prstGeom prst="rect">
            <a:avLst/>
          </a:prstGeom>
        </p:spPr>
        <p:txBody>
          <a:bodyPr/>
          <a:lstStyle/>
          <a:p>
            <a:pPr>
              <a:defRPr/>
            </a:pPr>
            <a:fld id="{A78D1B0E-1CA7-49BF-805A-6AD8DBA2A8DD}" type="datetime1">
              <a:rPr lang="en-US" smtClean="0"/>
              <a:pPr>
                <a:defRPr/>
              </a:pPr>
              <a:t>10/20/2022</a:t>
            </a:fld>
            <a:endParaRPr lang="en-US" dirty="0"/>
          </a:p>
        </p:txBody>
      </p:sp>
      <p:sp>
        <p:nvSpPr>
          <p:cNvPr id="19" name="Footer Placeholder 18"/>
          <p:cNvSpPr>
            <a:spLocks noGrp="1"/>
          </p:cNvSpPr>
          <p:nvPr>
            <p:ph type="ftr" sz="quarter" idx="11"/>
          </p:nvPr>
        </p:nvSpPr>
        <p:spPr>
          <a:xfrm>
            <a:off x="2667000" y="6356350"/>
            <a:ext cx="3352800" cy="365125"/>
          </a:xfrm>
          <a:prstGeom prst="rect">
            <a:avLst/>
          </a:prstGeom>
        </p:spPr>
        <p:txBody>
          <a:bodyPr/>
          <a:lstStyle/>
          <a:p>
            <a:pPr>
              <a:defRPr/>
            </a:pPr>
            <a:endParaRPr lang="en-US"/>
          </a:p>
        </p:txBody>
      </p:sp>
      <p:sp>
        <p:nvSpPr>
          <p:cNvPr id="27" name="Slide Number Placeholder 26"/>
          <p:cNvSpPr>
            <a:spLocks noGrp="1"/>
          </p:cNvSpPr>
          <p:nvPr>
            <p:ph type="sldNum" sz="quarter" idx="12"/>
          </p:nvPr>
        </p:nvSpPr>
        <p:spPr>
          <a:xfrm>
            <a:off x="7924800" y="6356350"/>
            <a:ext cx="762000" cy="365125"/>
          </a:xfrm>
          <a:prstGeom prst="rect">
            <a:avLst/>
          </a:prstGeom>
        </p:spPr>
        <p:txBody>
          <a:bodyPr/>
          <a:lstStyle/>
          <a:p>
            <a:pPr>
              <a:defRPr/>
            </a:pPr>
            <a:fld id="{9925D46F-F8EB-421F-8E6A-9EF2EF270385}" type="slidenum">
              <a:rPr lang="en-US" altLang="en-US" smtClean="0"/>
              <a:pPr>
                <a:defRPr/>
              </a:pPr>
              <a:t>‹#›</a:t>
            </a:fld>
            <a:endParaRPr lang="en-US"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asic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80022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Basic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80022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4572000" cy="6858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7171" name="AutoShape 3"/>
          <p:cNvSpPr>
            <a:spLocks noChangeArrowheads="1"/>
          </p:cNvSpPr>
          <p:nvPr/>
        </p:nvSpPr>
        <p:spPr bwMode="auto">
          <a:xfrm>
            <a:off x="685800" y="990600"/>
            <a:ext cx="5181600" cy="1905000"/>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7172" name="Rectangle 4"/>
          <p:cNvSpPr>
            <a:spLocks noGrp="1" noChangeArrowheads="1"/>
          </p:cNvSpPr>
          <p:nvPr>
            <p:ph type="subTitle" idx="1"/>
          </p:nvPr>
        </p:nvSpPr>
        <p:spPr>
          <a:xfrm>
            <a:off x="4673600" y="2927350"/>
            <a:ext cx="3657600" cy="1822450"/>
          </a:xfrm>
        </p:spPr>
        <p:txBody>
          <a:bodyPr anchor="b"/>
          <a:lstStyle>
            <a:lvl1pPr marL="0" indent="0">
              <a:buFont typeface="Wingdings" pitchFamily="2" charset="2"/>
              <a:buNone/>
              <a:defRPr>
                <a:solidFill>
                  <a:schemeClr val="tx2"/>
                </a:solidFill>
              </a:defRPr>
            </a:lvl1pPr>
          </a:lstStyle>
          <a:p>
            <a:pPr lvl="0"/>
            <a:r>
              <a:rPr lang="en-US" noProof="0" smtClean="0"/>
              <a:t>Click to edit Master subtitle style</a:t>
            </a:r>
            <a:endParaRPr lang="en-CA" noProof="0" smtClean="0"/>
          </a:p>
        </p:txBody>
      </p:sp>
      <p:grpSp>
        <p:nvGrpSpPr>
          <p:cNvPr id="7173" name="Group 5"/>
          <p:cNvGrpSpPr>
            <a:grpSpLocks/>
          </p:cNvGrpSpPr>
          <p:nvPr/>
        </p:nvGrpSpPr>
        <p:grpSpPr bwMode="auto">
          <a:xfrm>
            <a:off x="3632200" y="4889500"/>
            <a:ext cx="4876800" cy="319088"/>
            <a:chOff x="2288" y="3080"/>
            <a:chExt cx="3072" cy="201"/>
          </a:xfrm>
        </p:grpSpPr>
        <p:sp>
          <p:nvSpPr>
            <p:cNvPr id="7174" name="AutoShape 6"/>
            <p:cNvSpPr>
              <a:spLocks noChangeArrowheads="1"/>
            </p:cNvSpPr>
            <p:nvPr/>
          </p:nvSpPr>
          <p:spPr bwMode="auto">
            <a:xfrm flipH="1">
              <a:off x="2288" y="3080"/>
              <a:ext cx="2914" cy="200"/>
            </a:xfrm>
            <a:prstGeom prst="roundRect">
              <a:avLst>
                <a:gd name="adj" fmla="val 0"/>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AutoShape 7"/>
            <p:cNvSpPr>
              <a:spLocks noChangeArrowheads="1"/>
            </p:cNvSpPr>
            <p:nvPr/>
          </p:nvSpPr>
          <p:spPr bwMode="auto">
            <a:xfrm>
              <a:off x="5196" y="3080"/>
              <a:ext cx="164" cy="201"/>
            </a:xfrm>
            <a:prstGeom prst="flowChartDelay">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176" name="Rectangle 8"/>
          <p:cNvSpPr>
            <a:spLocks noGrp="1" noChangeArrowheads="1"/>
          </p:cNvSpPr>
          <p:nvPr>
            <p:ph type="dt" sz="quarter" idx="2"/>
          </p:nvPr>
        </p:nvSpPr>
        <p:spPr>
          <a:xfrm>
            <a:off x="2667000" y="6553200"/>
            <a:ext cx="1905000" cy="304800"/>
          </a:xfrm>
        </p:spPr>
        <p:txBody>
          <a:bodyPr/>
          <a:lstStyle>
            <a:lvl1pPr>
              <a:defRPr>
                <a:solidFill>
                  <a:schemeClr val="bg1"/>
                </a:solidFill>
              </a:defRPr>
            </a:lvl1pPr>
          </a:lstStyle>
          <a:p>
            <a:fld id="{B61BEF0D-F0BB-DE4B-95CE-6DB70DBA9567}" type="datetimeFigureOut">
              <a:rPr lang="en-US" smtClean="0"/>
              <a:pPr/>
              <a:t>10/20/2022</a:t>
            </a:fld>
            <a:endParaRPr lang="en-US" dirty="0"/>
          </a:p>
        </p:txBody>
      </p:sp>
      <p:sp>
        <p:nvSpPr>
          <p:cNvPr id="7177" name="Rectangle 9"/>
          <p:cNvSpPr>
            <a:spLocks noGrp="1" noChangeArrowheads="1"/>
          </p:cNvSpPr>
          <p:nvPr>
            <p:ph type="ftr" sz="quarter" idx="3"/>
          </p:nvPr>
        </p:nvSpPr>
        <p:spPr>
          <a:xfrm>
            <a:off x="5195888" y="6553200"/>
            <a:ext cx="3279775" cy="304800"/>
          </a:xfrm>
        </p:spPr>
        <p:txBody>
          <a:bodyPr/>
          <a:lstStyle>
            <a:lvl1pPr algn="r">
              <a:defRPr/>
            </a:lvl1pPr>
          </a:lstStyle>
          <a:p>
            <a:endParaRPr lang="en-US" dirty="0"/>
          </a:p>
        </p:txBody>
      </p:sp>
      <p:sp>
        <p:nvSpPr>
          <p:cNvPr id="7178" name="Rectangle 10"/>
          <p:cNvSpPr>
            <a:spLocks noGrp="1" noChangeArrowheads="1"/>
          </p:cNvSpPr>
          <p:nvPr>
            <p:ph type="sldNum" sz="quarter" idx="4"/>
          </p:nvPr>
        </p:nvSpPr>
        <p:spPr>
          <a:xfrm>
            <a:off x="9525" y="6359525"/>
            <a:ext cx="587375" cy="488950"/>
          </a:xfrm>
        </p:spPr>
        <p:txBody>
          <a:bodyPr anchorCtr="0"/>
          <a:lstStyle>
            <a:lvl1pPr>
              <a:defRPr/>
            </a:lvl1pPr>
          </a:lstStyle>
          <a:p>
            <a:fld id="{D57F1E4F-1CFF-5643-939E-217C01CDF565}" type="slidenum">
              <a:rPr lang="en-US" smtClean="0"/>
              <a:pPr/>
              <a:t>‹#›</a:t>
            </a:fld>
            <a:endParaRPr lang="en-US" dirty="0"/>
          </a:p>
        </p:txBody>
      </p:sp>
      <p:sp>
        <p:nvSpPr>
          <p:cNvPr id="7179" name="Rectangle 11"/>
          <p:cNvSpPr>
            <a:spLocks noGrp="1" noChangeArrowheads="1"/>
          </p:cNvSpPr>
          <p:nvPr>
            <p:ph type="ctrTitle" sz="quarter"/>
          </p:nvPr>
        </p:nvSpPr>
        <p:spPr>
          <a:xfrm>
            <a:off x="936625" y="1425575"/>
            <a:ext cx="7772400" cy="1143000"/>
          </a:xfrm>
        </p:spPr>
        <p:txBody>
          <a:bodyPr anchor="ctr"/>
          <a:lstStyle>
            <a:lvl1pPr algn="ctr">
              <a:defRPr>
                <a:solidFill>
                  <a:schemeClr val="tx1"/>
                </a:solidFill>
              </a:defRPr>
            </a:lvl1pPr>
          </a:lstStyle>
          <a:p>
            <a:pPr lvl="0"/>
            <a:r>
              <a:rPr lang="en-US" noProof="0" smtClean="0"/>
              <a:t>Click to edit Master title style</a:t>
            </a:r>
            <a:endParaRPr lang="en-CA" noProof="0" smtClean="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048722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60155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2362200"/>
            <a:ext cx="39243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91100" y="2362200"/>
            <a:ext cx="39243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EB712588-04B1-427B-82EE-E8DB90309F08}" type="datetimeFigureOut">
              <a:rPr lang="en-US" smtClean="0"/>
              <a:t>10/20/2022</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6FF9F0C5-380F-41C2-899A-BAC0F0927E16}" type="slidenum">
              <a:rPr lang="en-US" smtClean="0"/>
              <a:t>‹#›</a:t>
            </a:fld>
            <a:endParaRPr lang="en-US" dirty="0"/>
          </a:p>
        </p:txBody>
      </p:sp>
    </p:spTree>
    <p:extLst>
      <p:ext uri="{BB962C8B-B14F-4D97-AF65-F5344CB8AC3E}">
        <p14:creationId xmlns:p14="http://schemas.microsoft.com/office/powerpoint/2010/main" val="4051216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8" name="Footer Placeholder 7"/>
          <p:cNvSpPr>
            <a:spLocks noGrp="1"/>
          </p:cNvSpPr>
          <p:nvPr>
            <p:ph type="ftr" sz="quarter" idx="11"/>
          </p:nvPr>
        </p:nvSpPr>
        <p:spPr/>
        <p:txBody>
          <a:bodyPr/>
          <a:lstStyle>
            <a:lvl1pPr>
              <a:defRPr/>
            </a:lvl1pPr>
          </a:lstStyle>
          <a:p>
            <a:endParaRPr lang="en-US" dirty="0"/>
          </a:p>
        </p:txBody>
      </p:sp>
      <p:sp>
        <p:nvSpPr>
          <p:cNvPr id="9" name="Slide Number Placeholder 8"/>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92353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4" name="Footer Placeholder 3"/>
          <p:cNvSpPr>
            <a:spLocks noGrp="1"/>
          </p:cNvSpPr>
          <p:nvPr>
            <p:ph type="ftr" sz="quarter" idx="11"/>
          </p:nvPr>
        </p:nvSpPr>
        <p:spPr/>
        <p:txBody>
          <a:bodyPr/>
          <a:lstStyle>
            <a:lvl1pPr>
              <a:defRPr/>
            </a:lvl1pPr>
          </a:lstStyle>
          <a:p>
            <a:endParaRPr lang="en-US" dirty="0"/>
          </a:p>
        </p:txBody>
      </p:sp>
      <p:sp>
        <p:nvSpPr>
          <p:cNvPr id="5" name="Slide Number Placeholder 4"/>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02548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3" name="Footer Placeholder 2"/>
          <p:cNvSpPr>
            <a:spLocks noGrp="1"/>
          </p:cNvSpPr>
          <p:nvPr>
            <p:ph type="ftr" sz="quarter" idx="11"/>
          </p:nvPr>
        </p:nvSpPr>
        <p:spPr/>
        <p:txBody>
          <a:bodyPr/>
          <a:lstStyle>
            <a:lvl1pPr>
              <a:defRPr/>
            </a:lvl1pPr>
          </a:lstStyle>
          <a:p>
            <a:endParaRPr lang="en-US" dirty="0"/>
          </a:p>
        </p:txBody>
      </p:sp>
      <p:sp>
        <p:nvSpPr>
          <p:cNvPr id="4" name="Slide Number Placeholder 3"/>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05139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42A54C80-263E-416B-A8E0-580EDEADCBDC}" type="datetimeFigureOut">
              <a:rPr lang="en-US" smtClean="0"/>
              <a:t>10/20/2022</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519954A3-9DFD-4C44-94BA-B95130A3BA1C}" type="slidenum">
              <a:rPr lang="en-US" smtClean="0"/>
              <a:t>‹#›</a:t>
            </a:fld>
            <a:endParaRPr lang="en-US" dirty="0"/>
          </a:p>
        </p:txBody>
      </p:sp>
    </p:spTree>
    <p:extLst>
      <p:ext uri="{BB962C8B-B14F-4D97-AF65-F5344CB8AC3E}">
        <p14:creationId xmlns:p14="http://schemas.microsoft.com/office/powerpoint/2010/main" val="38236989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16063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55C6B4A9-1611-4792-9094-5F34BCA07E0B}" type="datetimeFigureOut">
              <a:rPr lang="en-US" smtClean="0"/>
              <a:t>10/20/2022</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89333C77-0158-454C-844F-B7AB9BD7DAD4}" type="slidenum">
              <a:rPr lang="en-US" smtClean="0"/>
              <a:t>‹#›</a:t>
            </a:fld>
            <a:endParaRPr lang="en-US" dirty="0"/>
          </a:p>
        </p:txBody>
      </p:sp>
    </p:spTree>
    <p:extLst>
      <p:ext uri="{BB962C8B-B14F-4D97-AF65-F5344CB8AC3E}">
        <p14:creationId xmlns:p14="http://schemas.microsoft.com/office/powerpoint/2010/main" val="36251071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5150" y="762000"/>
            <a:ext cx="2000250" cy="5334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762000"/>
            <a:ext cx="5848350" cy="533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784932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0"/>
            <a:ext cx="8001000"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914400" y="2362200"/>
            <a:ext cx="8001000" cy="3733800"/>
          </a:xfrm>
        </p:spPr>
        <p:txBody>
          <a:bodyPr/>
          <a:lstStyle/>
          <a:p>
            <a:r>
              <a:rPr lang="en-US" smtClean="0"/>
              <a:t>Click icon to add chart</a:t>
            </a:r>
            <a:endParaRPr lang="en-US"/>
          </a:p>
        </p:txBody>
      </p:sp>
      <p:sp>
        <p:nvSpPr>
          <p:cNvPr id="4" name="Date Placeholder 3"/>
          <p:cNvSpPr>
            <a:spLocks noGrp="1"/>
          </p:cNvSpPr>
          <p:nvPr>
            <p:ph type="dt" sz="half" idx="10"/>
          </p:nvPr>
        </p:nvSpPr>
        <p:spPr>
          <a:xfrm>
            <a:off x="7010400" y="6553200"/>
            <a:ext cx="1905000" cy="304800"/>
          </a:xfrm>
        </p:spPr>
        <p:txBody>
          <a:bodyPr/>
          <a:lstStyle>
            <a:lvl1pPr>
              <a:defRPr/>
            </a:lvl1pPr>
          </a:lstStyle>
          <a:p>
            <a:endParaRPr lang="en-CA"/>
          </a:p>
        </p:txBody>
      </p:sp>
      <p:sp>
        <p:nvSpPr>
          <p:cNvPr id="5" name="Footer Placeholder 4"/>
          <p:cNvSpPr>
            <a:spLocks noGrp="1"/>
          </p:cNvSpPr>
          <p:nvPr>
            <p:ph type="ftr" sz="quarter" idx="11"/>
          </p:nvPr>
        </p:nvSpPr>
        <p:spPr>
          <a:xfrm>
            <a:off x="2057400" y="6553200"/>
            <a:ext cx="3886200" cy="304800"/>
          </a:xfrm>
        </p:spPr>
        <p:txBody>
          <a:bodyPr/>
          <a:lstStyle>
            <a:lvl1pPr>
              <a:defRPr/>
            </a:lvl1pPr>
          </a:lstStyle>
          <a:p>
            <a:r>
              <a:rPr lang="en-CA"/>
              <a:t>© 2005 Pearson Education Canada Inc. </a:t>
            </a:r>
          </a:p>
        </p:txBody>
      </p:sp>
      <p:sp>
        <p:nvSpPr>
          <p:cNvPr id="6" name="Slide Number Placeholder 5"/>
          <p:cNvSpPr>
            <a:spLocks noGrp="1"/>
          </p:cNvSpPr>
          <p:nvPr>
            <p:ph type="sldNum" sz="quarter" idx="12"/>
          </p:nvPr>
        </p:nvSpPr>
        <p:spPr>
          <a:xfrm>
            <a:off x="84138" y="6343650"/>
            <a:ext cx="587375" cy="488950"/>
          </a:xfrm>
        </p:spPr>
        <p:txBody>
          <a:bodyPr/>
          <a:lstStyle>
            <a:lvl1pPr>
              <a:defRPr/>
            </a:lvl1pPr>
          </a:lstStyle>
          <a:p>
            <a:fld id="{6E9BF9B9-7CCF-42B6-83D3-F07AC6EEF86A}" type="slidenum">
              <a:rPr lang="en-CA"/>
              <a:pPr/>
              <a:t>‹#›</a:t>
            </a:fld>
            <a:endParaRPr lang="en-CA"/>
          </a:p>
        </p:txBody>
      </p:sp>
    </p:spTree>
    <p:extLst>
      <p:ext uri="{BB962C8B-B14F-4D97-AF65-F5344CB8AC3E}">
        <p14:creationId xmlns:p14="http://schemas.microsoft.com/office/powerpoint/2010/main" val="33526167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746125"/>
            <a:ext cx="15843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06600" y="900001"/>
            <a:ext cx="5664600" cy="2110050"/>
          </a:xfrm>
        </p:spPr>
        <p:txBody>
          <a:bodyPr/>
          <a:lstStyle>
            <a:lvl1pPr algn="l">
              <a:lnSpc>
                <a:spcPts val="7700"/>
              </a:lnSpc>
              <a:defRPr sz="7400" spc="-60" baseline="0">
                <a:solidFill>
                  <a:schemeClr val="tx2"/>
                </a:solidFill>
              </a:defRPr>
            </a:lvl1pPr>
          </a:lstStyle>
          <a:p>
            <a:r>
              <a:rPr lang="en-US" smtClean="0"/>
              <a:t>Click to edit Master title style</a:t>
            </a:r>
            <a:endParaRPr lang="en-GB"/>
          </a:p>
        </p:txBody>
      </p:sp>
      <p:sp>
        <p:nvSpPr>
          <p:cNvPr id="3" name="Subtitle 2"/>
          <p:cNvSpPr>
            <a:spLocks noGrp="1"/>
          </p:cNvSpPr>
          <p:nvPr>
            <p:ph type="subTitle" idx="1"/>
          </p:nvPr>
        </p:nvSpPr>
        <p:spPr>
          <a:xfrm>
            <a:off x="637200" y="2993400"/>
            <a:ext cx="4201200" cy="1752600"/>
          </a:xfrm>
        </p:spPr>
        <p:txBody>
          <a:bodyPr/>
          <a:lstStyle>
            <a:lvl1pPr marL="0" indent="0" algn="l">
              <a:lnSpc>
                <a:spcPts val="4600"/>
              </a:lnSpc>
              <a:spcBef>
                <a:spcPts val="0"/>
              </a:spcBef>
              <a:buNone/>
              <a:defRPr sz="4000" spc="-60" baseline="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sp>
        <p:nvSpPr>
          <p:cNvPr id="8" name="Picture Placeholder 7"/>
          <p:cNvSpPr>
            <a:spLocks noGrp="1" noChangeAspect="1"/>
          </p:cNvSpPr>
          <p:nvPr>
            <p:ph type="pic" sz="quarter" idx="10"/>
          </p:nvPr>
        </p:nvSpPr>
        <p:spPr>
          <a:xfrm rot="21300000">
            <a:off x="5091484" y="3214744"/>
            <a:ext cx="3583742" cy="3809651"/>
          </a:xfrm>
          <a:noFill/>
        </p:spPr>
        <p:txBody>
          <a:bodyPr tIns="1188000"/>
          <a:lstStyle>
            <a:lvl1pPr marL="0" indent="0" algn="ctr">
              <a:buNone/>
              <a:defRPr sz="24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19599423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Content Pg 4">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5" y="930320"/>
            <a:ext cx="7515625"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663575" y="2901600"/>
            <a:ext cx="7558825" cy="3225600"/>
          </a:xfrm>
        </p:spPr>
        <p:txBody>
          <a:bodyPr/>
          <a:lstStyle>
            <a:lvl1pPr marL="165600" indent="-165600">
              <a:spcBef>
                <a:spcPts val="1417"/>
              </a:spcBef>
              <a:buFont typeface="Arial" panose="020B0604020202020204" pitchFamily="34" charset="0"/>
              <a:buChar char="•"/>
              <a:defRPr>
                <a:solidFill>
                  <a:srgbClr val="006072"/>
                </a:solidFill>
              </a:defRPr>
            </a:lvl1pPr>
            <a:lvl2pPr marL="439200" indent="-179388">
              <a:defRPr>
                <a:solidFill>
                  <a:srgbClr val="006072"/>
                </a:solidFill>
              </a:defRPr>
            </a:lvl2pPr>
          </a:lstStyle>
          <a:p>
            <a:pPr lvl="0"/>
            <a:r>
              <a:rPr lang="en-US" smtClean="0"/>
              <a:t>Click to edit Master text styles</a:t>
            </a:r>
          </a:p>
          <a:p>
            <a:pPr lvl="1"/>
            <a:r>
              <a:rPr lang="en-US" smtClean="0"/>
              <a:t>Second level</a:t>
            </a:r>
          </a:p>
        </p:txBody>
      </p:sp>
      <p:sp>
        <p:nvSpPr>
          <p:cNvPr id="5" name="Content Placeholder 4"/>
          <p:cNvSpPr>
            <a:spLocks noGrp="1"/>
          </p:cNvSpPr>
          <p:nvPr>
            <p:ph sz="quarter" idx="13"/>
          </p:nvPr>
        </p:nvSpPr>
        <p:spPr>
          <a:xfrm>
            <a:off x="663575" y="2008188"/>
            <a:ext cx="7573225" cy="555012"/>
          </a:xfrm>
        </p:spPr>
        <p:txBody>
          <a:bodyPr/>
          <a:lstStyle>
            <a:lvl1pPr marL="0" indent="0">
              <a:buNone/>
              <a:defRPr sz="4000">
                <a:solidFill>
                  <a:schemeClr val="tx2"/>
                </a:solidFill>
              </a:defRPr>
            </a:lvl1pPr>
          </a:lstStyle>
          <a:p>
            <a:pPr lvl="0"/>
            <a:r>
              <a:rPr lang="en-US" smtClean="0"/>
              <a:t>Click to edit Master text styles</a:t>
            </a:r>
          </a:p>
        </p:txBody>
      </p:sp>
    </p:spTree>
    <p:extLst>
      <p:ext uri="{BB962C8B-B14F-4D97-AF65-F5344CB8AC3E}">
        <p14:creationId xmlns:p14="http://schemas.microsoft.com/office/powerpoint/2010/main" val="3852674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Pg 7">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5" y="930320"/>
            <a:ext cx="7515625"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663575" y="2901600"/>
            <a:ext cx="5794825" cy="3225600"/>
          </a:xfrm>
        </p:spPr>
        <p:txBody>
          <a:bodyPr/>
          <a:lstStyle>
            <a:lvl1pPr marL="165100" indent="-165100">
              <a:spcBef>
                <a:spcPts val="1417"/>
              </a:spcBef>
              <a:buFont typeface="Arial" panose="020B0604020202020204" pitchFamily="34" charset="0"/>
              <a:buChar char="•"/>
              <a:defRPr>
                <a:solidFill>
                  <a:schemeClr val="tx2"/>
                </a:solidFill>
              </a:defRPr>
            </a:lvl1pPr>
            <a:lvl2pPr marL="439738" indent="-179388">
              <a:defRPr>
                <a:solidFill>
                  <a:schemeClr val="tx2"/>
                </a:solidFill>
              </a:defRPr>
            </a:lvl2pPr>
          </a:lstStyle>
          <a:p>
            <a:pPr lvl="0"/>
            <a:r>
              <a:rPr lang="en-US" smtClean="0"/>
              <a:t>Click to edit Master text styles</a:t>
            </a:r>
          </a:p>
          <a:p>
            <a:pPr lvl="1"/>
            <a:r>
              <a:rPr lang="en-US" smtClean="0"/>
              <a:t>Second level</a:t>
            </a:r>
          </a:p>
        </p:txBody>
      </p:sp>
      <p:sp>
        <p:nvSpPr>
          <p:cNvPr id="5" name="Content Placeholder 4"/>
          <p:cNvSpPr>
            <a:spLocks noGrp="1"/>
          </p:cNvSpPr>
          <p:nvPr>
            <p:ph sz="quarter" idx="13"/>
          </p:nvPr>
        </p:nvSpPr>
        <p:spPr>
          <a:xfrm>
            <a:off x="663575" y="2008188"/>
            <a:ext cx="7573225" cy="555012"/>
          </a:xfrm>
        </p:spPr>
        <p:txBody>
          <a:bodyPr/>
          <a:lstStyle>
            <a:lvl1pPr marL="0" indent="0">
              <a:buNone/>
              <a:defRPr sz="4000">
                <a:solidFill>
                  <a:schemeClr val="tx2"/>
                </a:solidFill>
              </a:defRPr>
            </a:lvl1pPr>
          </a:lstStyle>
          <a:p>
            <a:pPr lvl="0"/>
            <a:r>
              <a:rPr lang="en-US" smtClean="0"/>
              <a:t>Click to edit Master text styles</a:t>
            </a:r>
          </a:p>
        </p:txBody>
      </p:sp>
      <p:sp>
        <p:nvSpPr>
          <p:cNvPr id="6" name="Picture Placeholder 5"/>
          <p:cNvSpPr>
            <a:spLocks noGrp="1"/>
          </p:cNvSpPr>
          <p:nvPr>
            <p:ph type="pic" sz="quarter" idx="10"/>
          </p:nvPr>
        </p:nvSpPr>
        <p:spPr>
          <a:xfrm rot="21308237">
            <a:off x="6781574" y="3450987"/>
            <a:ext cx="1663200" cy="1191600"/>
          </a:xfrm>
          <a:scene3d>
            <a:camera prst="orthographicFront">
              <a:rot lat="0" lon="21300000" rev="0"/>
            </a:camera>
            <a:lightRig rig="threePt" dir="t"/>
          </a:scene3d>
        </p:spPr>
        <p:txBody>
          <a:bodyPr/>
          <a:lstStyle>
            <a:lvl1pPr marL="0" indent="0" algn="ctr">
              <a:buNone/>
              <a:defRPr>
                <a:solidFill>
                  <a:schemeClr val="bg1"/>
                </a:solidFill>
              </a:defRPr>
            </a:lvl1pPr>
          </a:lstStyle>
          <a:p>
            <a:pPr lvl="0"/>
            <a:r>
              <a:rPr lang="en-US" noProof="0" smtClean="0"/>
              <a:t>Click icon to add picture</a:t>
            </a:r>
            <a:endParaRPr lang="en-US" noProof="0" dirty="0"/>
          </a:p>
        </p:txBody>
      </p:sp>
    </p:spTree>
    <p:extLst>
      <p:ext uri="{BB962C8B-B14F-4D97-AF65-F5344CB8AC3E}">
        <p14:creationId xmlns:p14="http://schemas.microsoft.com/office/powerpoint/2010/main" val="3203534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746125"/>
            <a:ext cx="15843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06600" y="900001"/>
            <a:ext cx="5664600" cy="2110050"/>
          </a:xfrm>
        </p:spPr>
        <p:txBody>
          <a:bodyPr/>
          <a:lstStyle>
            <a:lvl1pPr algn="l">
              <a:lnSpc>
                <a:spcPts val="7700"/>
              </a:lnSpc>
              <a:defRPr sz="7400" spc="-60" baseline="0">
                <a:solidFill>
                  <a:schemeClr val="tx2"/>
                </a:solidFill>
              </a:defRPr>
            </a:lvl1pPr>
          </a:lstStyle>
          <a:p>
            <a:r>
              <a:rPr lang="en-US" smtClean="0"/>
              <a:t>Click to edit Master title style</a:t>
            </a:r>
            <a:endParaRPr lang="en-GB"/>
          </a:p>
        </p:txBody>
      </p:sp>
      <p:sp>
        <p:nvSpPr>
          <p:cNvPr id="3" name="Subtitle 2"/>
          <p:cNvSpPr>
            <a:spLocks noGrp="1"/>
          </p:cNvSpPr>
          <p:nvPr>
            <p:ph type="subTitle" idx="1"/>
          </p:nvPr>
        </p:nvSpPr>
        <p:spPr>
          <a:xfrm>
            <a:off x="637200" y="2993400"/>
            <a:ext cx="4201200" cy="1752600"/>
          </a:xfrm>
        </p:spPr>
        <p:txBody>
          <a:bodyPr/>
          <a:lstStyle>
            <a:lvl1pPr marL="0" indent="0" algn="l">
              <a:lnSpc>
                <a:spcPts val="4600"/>
              </a:lnSpc>
              <a:spcBef>
                <a:spcPts val="0"/>
              </a:spcBef>
              <a:buNone/>
              <a:defRPr sz="4000" spc="-60" baseline="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sp>
        <p:nvSpPr>
          <p:cNvPr id="8" name="Picture Placeholder 7"/>
          <p:cNvSpPr>
            <a:spLocks noGrp="1" noChangeAspect="1"/>
          </p:cNvSpPr>
          <p:nvPr>
            <p:ph type="pic" sz="quarter" idx="10"/>
          </p:nvPr>
        </p:nvSpPr>
        <p:spPr>
          <a:xfrm rot="21300000">
            <a:off x="5091484" y="3214744"/>
            <a:ext cx="3583742" cy="3809651"/>
          </a:xfrm>
          <a:noFill/>
        </p:spPr>
        <p:txBody>
          <a:bodyPr tIns="1188000"/>
          <a:lstStyle>
            <a:lvl1pPr marL="0" indent="0" algn="ctr">
              <a:buNone/>
              <a:defRPr sz="24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19599423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v2">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11"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746125"/>
            <a:ext cx="15843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06600" y="900001"/>
            <a:ext cx="5664600" cy="2110050"/>
          </a:xfrm>
        </p:spPr>
        <p:txBody>
          <a:bodyPr/>
          <a:lstStyle>
            <a:lvl1pPr algn="l">
              <a:lnSpc>
                <a:spcPts val="7700"/>
              </a:lnSpc>
              <a:defRPr sz="7400" spc="-60" baseline="0">
                <a:solidFill>
                  <a:schemeClr val="tx2"/>
                </a:solidFill>
              </a:defRPr>
            </a:lvl1pPr>
          </a:lstStyle>
          <a:p>
            <a:r>
              <a:rPr lang="en-US" smtClean="0"/>
              <a:t>Click to edit Master title style</a:t>
            </a:r>
            <a:endParaRPr lang="en-GB"/>
          </a:p>
        </p:txBody>
      </p:sp>
      <p:sp>
        <p:nvSpPr>
          <p:cNvPr id="3" name="Subtitle 2"/>
          <p:cNvSpPr>
            <a:spLocks noGrp="1"/>
          </p:cNvSpPr>
          <p:nvPr>
            <p:ph type="subTitle" idx="1"/>
          </p:nvPr>
        </p:nvSpPr>
        <p:spPr>
          <a:xfrm>
            <a:off x="637200" y="2993400"/>
            <a:ext cx="4201200" cy="1752600"/>
          </a:xfrm>
        </p:spPr>
        <p:txBody>
          <a:bodyPr/>
          <a:lstStyle>
            <a:lvl1pPr marL="0" indent="0" algn="l">
              <a:lnSpc>
                <a:spcPts val="4600"/>
              </a:lnSpc>
              <a:spcBef>
                <a:spcPts val="0"/>
              </a:spcBef>
              <a:buNone/>
              <a:defRPr sz="4000" spc="-60" baseline="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sp>
        <p:nvSpPr>
          <p:cNvPr id="8" name="Picture Placeholder 7"/>
          <p:cNvSpPr>
            <a:spLocks noGrp="1" noChangeAspect="1"/>
          </p:cNvSpPr>
          <p:nvPr>
            <p:ph type="pic" sz="quarter" idx="13"/>
          </p:nvPr>
        </p:nvSpPr>
        <p:spPr>
          <a:xfrm rot="21294977">
            <a:off x="3357090" y="5041858"/>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9" name="Picture Placeholder 7"/>
          <p:cNvSpPr>
            <a:spLocks noGrp="1" noChangeAspect="1"/>
          </p:cNvSpPr>
          <p:nvPr>
            <p:ph type="pic" sz="quarter" idx="14"/>
          </p:nvPr>
        </p:nvSpPr>
        <p:spPr>
          <a:xfrm rot="21294977">
            <a:off x="5058890" y="4889458"/>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0" name="Picture Placeholder 7"/>
          <p:cNvSpPr>
            <a:spLocks noGrp="1" noChangeAspect="1"/>
          </p:cNvSpPr>
          <p:nvPr>
            <p:ph type="pic" sz="quarter" idx="15"/>
          </p:nvPr>
        </p:nvSpPr>
        <p:spPr>
          <a:xfrm rot="21294977">
            <a:off x="6786090" y="4737057"/>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2" name="Picture Placeholder 7"/>
          <p:cNvSpPr>
            <a:spLocks noGrp="1" noChangeAspect="1"/>
          </p:cNvSpPr>
          <p:nvPr>
            <p:ph type="pic" sz="quarter" idx="16"/>
          </p:nvPr>
        </p:nvSpPr>
        <p:spPr>
          <a:xfrm rot="21294977">
            <a:off x="6896156" y="5990123"/>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3" name="Picture Placeholder 7"/>
          <p:cNvSpPr>
            <a:spLocks noGrp="1" noChangeAspect="1"/>
          </p:cNvSpPr>
          <p:nvPr>
            <p:ph type="pic" sz="quarter" idx="17"/>
          </p:nvPr>
        </p:nvSpPr>
        <p:spPr>
          <a:xfrm rot="21294977">
            <a:off x="5168955" y="6134056"/>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4" name="Picture Placeholder 7"/>
          <p:cNvSpPr>
            <a:spLocks noGrp="1" noChangeAspect="1"/>
          </p:cNvSpPr>
          <p:nvPr>
            <p:ph type="pic" sz="quarter" idx="18"/>
          </p:nvPr>
        </p:nvSpPr>
        <p:spPr>
          <a:xfrm rot="21294977">
            <a:off x="3458689" y="6286744"/>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16347351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g 3">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5" y="930320"/>
            <a:ext cx="7515625"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663575" y="2901600"/>
            <a:ext cx="5895625" cy="3225600"/>
          </a:xfrm>
        </p:spPr>
        <p:txBody>
          <a:bodyPr/>
          <a:lstStyle>
            <a:lvl1pPr marL="0" indent="0">
              <a:spcBef>
                <a:spcPts val="1417"/>
              </a:spcBef>
              <a:buNone/>
              <a:defRPr/>
            </a:lvl1pPr>
            <a:lvl2pPr marL="179388" indent="-179388">
              <a:defRPr/>
            </a:lvl2pPr>
          </a:lstStyle>
          <a:p>
            <a:pPr lvl="0"/>
            <a:r>
              <a:rPr lang="en-US" smtClean="0"/>
              <a:t>Click to edit Master text styles</a:t>
            </a:r>
          </a:p>
          <a:p>
            <a:pPr lvl="1"/>
            <a:r>
              <a:rPr lang="en-US" smtClean="0"/>
              <a:t>Second level</a:t>
            </a:r>
          </a:p>
        </p:txBody>
      </p:sp>
      <p:sp>
        <p:nvSpPr>
          <p:cNvPr id="5" name="Content Placeholder 4"/>
          <p:cNvSpPr>
            <a:spLocks noGrp="1"/>
          </p:cNvSpPr>
          <p:nvPr>
            <p:ph sz="quarter" idx="13"/>
          </p:nvPr>
        </p:nvSpPr>
        <p:spPr>
          <a:xfrm>
            <a:off x="663575" y="2008188"/>
            <a:ext cx="7573225" cy="555012"/>
          </a:xfrm>
        </p:spPr>
        <p:txBody>
          <a:bodyPr/>
          <a:lstStyle>
            <a:lvl1pPr marL="0" indent="0">
              <a:buNone/>
              <a:defRPr sz="4000">
                <a:solidFill>
                  <a:schemeClr val="tx2"/>
                </a:solidFill>
              </a:defRPr>
            </a:lvl1pPr>
          </a:lstStyle>
          <a:p>
            <a:pPr lvl="0"/>
            <a:r>
              <a:rPr lang="en-US" smtClean="0"/>
              <a:t>Click to edit Master text styles</a:t>
            </a:r>
          </a:p>
        </p:txBody>
      </p:sp>
      <p:sp>
        <p:nvSpPr>
          <p:cNvPr id="6" name="Picture Placeholder 5"/>
          <p:cNvSpPr>
            <a:spLocks noGrp="1"/>
          </p:cNvSpPr>
          <p:nvPr>
            <p:ph type="pic" sz="quarter" idx="10"/>
          </p:nvPr>
        </p:nvSpPr>
        <p:spPr>
          <a:xfrm rot="21308237">
            <a:off x="6781574" y="3322378"/>
            <a:ext cx="1663200" cy="1191600"/>
          </a:xfrm>
          <a:scene3d>
            <a:camera prst="orthographicFront">
              <a:rot lat="0" lon="21300000" rev="0"/>
            </a:camera>
            <a:lightRig rig="threePt" dir="t"/>
          </a:scene3d>
        </p:spPr>
        <p:txBody>
          <a:bodyPr/>
          <a:lstStyle>
            <a:lvl1pPr marL="0" indent="0" algn="ctr">
              <a:buNone/>
              <a:defRPr>
                <a:solidFill>
                  <a:schemeClr val="bg1"/>
                </a:solidFill>
              </a:defRPr>
            </a:lvl1pPr>
          </a:lstStyle>
          <a:p>
            <a:pPr lvl="0"/>
            <a:r>
              <a:rPr lang="en-US" noProof="0" smtClean="0"/>
              <a:t>Click icon to add picture</a:t>
            </a:r>
            <a:endParaRPr lang="en-US" noProof="0" dirty="0"/>
          </a:p>
        </p:txBody>
      </p:sp>
    </p:spTree>
    <p:extLst>
      <p:ext uri="{BB962C8B-B14F-4D97-AF65-F5344CB8AC3E}">
        <p14:creationId xmlns:p14="http://schemas.microsoft.com/office/powerpoint/2010/main" val="13675788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Pg 5">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5" y="930320"/>
            <a:ext cx="7515625"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663575" y="2901600"/>
            <a:ext cx="7558825" cy="3225600"/>
          </a:xfrm>
        </p:spPr>
        <p:txBody>
          <a:bodyPr/>
          <a:lstStyle>
            <a:lvl1pPr marL="165100" indent="-165100">
              <a:spcBef>
                <a:spcPts val="1417"/>
              </a:spcBef>
              <a:buFont typeface="Arial" panose="020B0604020202020204" pitchFamily="34" charset="0"/>
              <a:buChar char="•"/>
              <a:defRPr>
                <a:solidFill>
                  <a:schemeClr val="tx2"/>
                </a:solidFill>
              </a:defRPr>
            </a:lvl1pPr>
            <a:lvl2pPr marL="439738" indent="-179388">
              <a:defRPr>
                <a:solidFill>
                  <a:schemeClr val="tx2"/>
                </a:solidFill>
              </a:defRPr>
            </a:lvl2pPr>
          </a:lstStyle>
          <a:p>
            <a:pPr lvl="0"/>
            <a:r>
              <a:rPr lang="en-US" smtClean="0"/>
              <a:t>Click to edit Master text styles</a:t>
            </a:r>
          </a:p>
          <a:p>
            <a:pPr lvl="1"/>
            <a:r>
              <a:rPr lang="en-US" smtClean="0"/>
              <a:t>Second level</a:t>
            </a:r>
          </a:p>
        </p:txBody>
      </p:sp>
      <p:sp>
        <p:nvSpPr>
          <p:cNvPr id="5" name="Content Placeholder 4"/>
          <p:cNvSpPr>
            <a:spLocks noGrp="1"/>
          </p:cNvSpPr>
          <p:nvPr>
            <p:ph sz="quarter" idx="13"/>
          </p:nvPr>
        </p:nvSpPr>
        <p:spPr>
          <a:xfrm>
            <a:off x="663575" y="2008188"/>
            <a:ext cx="7573225" cy="555012"/>
          </a:xfrm>
        </p:spPr>
        <p:txBody>
          <a:bodyPr/>
          <a:lstStyle>
            <a:lvl1pPr marL="0" indent="0">
              <a:buNone/>
              <a:defRPr sz="4000">
                <a:solidFill>
                  <a:schemeClr val="tx2"/>
                </a:solidFill>
              </a:defRPr>
            </a:lvl1pPr>
          </a:lstStyle>
          <a:p>
            <a:pPr lvl="0"/>
            <a:r>
              <a:rPr lang="en-US" smtClean="0"/>
              <a:t>Click to edit Master text styles</a:t>
            </a:r>
          </a:p>
        </p:txBody>
      </p:sp>
    </p:spTree>
    <p:extLst>
      <p:ext uri="{BB962C8B-B14F-4D97-AF65-F5344CB8AC3E}">
        <p14:creationId xmlns:p14="http://schemas.microsoft.com/office/powerpoint/2010/main" val="36381034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Pg 6">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6" y="930320"/>
            <a:ext cx="3606800" cy="1143000"/>
          </a:xfrm>
        </p:spPr>
        <p:txBody>
          <a:bodyPr/>
          <a:lstStyle/>
          <a:p>
            <a:r>
              <a:rPr lang="en-US" smtClean="0"/>
              <a:t>Click to edit Master title style</a:t>
            </a:r>
            <a:endParaRPr lang="en-GB"/>
          </a:p>
        </p:txBody>
      </p:sp>
      <p:sp>
        <p:nvSpPr>
          <p:cNvPr id="5" name="Content Placeholder 4"/>
          <p:cNvSpPr>
            <a:spLocks noGrp="1"/>
          </p:cNvSpPr>
          <p:nvPr>
            <p:ph sz="quarter" idx="13"/>
          </p:nvPr>
        </p:nvSpPr>
        <p:spPr>
          <a:xfrm>
            <a:off x="663576" y="2008188"/>
            <a:ext cx="3606800" cy="555012"/>
          </a:xfrm>
        </p:spPr>
        <p:txBody>
          <a:bodyPr/>
          <a:lstStyle>
            <a:lvl1pPr marL="0" indent="0">
              <a:buNone/>
              <a:defRPr sz="4000">
                <a:solidFill>
                  <a:schemeClr val="tx2"/>
                </a:solidFill>
              </a:defRPr>
            </a:lvl1pPr>
          </a:lstStyle>
          <a:p>
            <a:pPr lvl="0"/>
            <a:r>
              <a:rPr lang="en-US" smtClean="0"/>
              <a:t>Click to edit Master text styles</a:t>
            </a:r>
          </a:p>
        </p:txBody>
      </p:sp>
      <p:sp>
        <p:nvSpPr>
          <p:cNvPr id="3" name="Content Placeholder 2"/>
          <p:cNvSpPr>
            <a:spLocks noGrp="1"/>
          </p:cNvSpPr>
          <p:nvPr>
            <p:ph idx="1"/>
          </p:nvPr>
        </p:nvSpPr>
        <p:spPr>
          <a:xfrm>
            <a:off x="663575" y="2901600"/>
            <a:ext cx="3600000" cy="3225600"/>
          </a:xfrm>
        </p:spPr>
        <p:txBody>
          <a:bodyPr/>
          <a:lstStyle>
            <a:lvl1pPr marL="0" indent="0">
              <a:spcBef>
                <a:spcPts val="1417"/>
              </a:spcBef>
              <a:buFont typeface="Arial" panose="020B0604020202020204" pitchFamily="34" charset="0"/>
              <a:buNone/>
              <a:defRPr>
                <a:solidFill>
                  <a:schemeClr val="tx2"/>
                </a:solidFill>
              </a:defRPr>
            </a:lvl1pPr>
            <a:lvl2pPr marL="439738" indent="-179388">
              <a:defRPr>
                <a:solidFill>
                  <a:schemeClr val="tx2"/>
                </a:solidFill>
              </a:defRPr>
            </a:lvl2pPr>
          </a:lstStyle>
          <a:p>
            <a:pPr lvl="0"/>
            <a:r>
              <a:rPr lang="en-US" smtClean="0"/>
              <a:t>Click to edit Master text styles</a:t>
            </a:r>
          </a:p>
        </p:txBody>
      </p:sp>
      <p:sp>
        <p:nvSpPr>
          <p:cNvPr id="6" name="Picture Placeholder 7"/>
          <p:cNvSpPr>
            <a:spLocks noGrp="1" noChangeAspect="1"/>
          </p:cNvSpPr>
          <p:nvPr>
            <p:ph type="pic" sz="quarter" idx="10"/>
          </p:nvPr>
        </p:nvSpPr>
        <p:spPr>
          <a:xfrm rot="21300000">
            <a:off x="5033873" y="1904937"/>
            <a:ext cx="3583742" cy="2581689"/>
          </a:xfrm>
          <a:noFill/>
        </p:spPr>
        <p:txBody>
          <a:bodyPr tIns="1188000"/>
          <a:lstStyle>
            <a:lvl1pPr marL="0" indent="0" algn="ctr">
              <a:buNone/>
              <a:defRPr sz="2400" b="0">
                <a:solidFill>
                  <a:schemeClr val="bg1"/>
                </a:solidFill>
              </a:defRPr>
            </a:lvl1pPr>
          </a:lstStyle>
          <a:p>
            <a:pPr lvl="0"/>
            <a:r>
              <a:rPr lang="en-US" noProof="0" smtClean="0"/>
              <a:t>Click icon to add picture</a:t>
            </a:r>
            <a:endParaRPr lang="en-GB" noProof="0"/>
          </a:p>
        </p:txBody>
      </p:sp>
      <p:sp>
        <p:nvSpPr>
          <p:cNvPr id="9" name="Picture Placeholder 7"/>
          <p:cNvSpPr>
            <a:spLocks noGrp="1" noChangeAspect="1"/>
          </p:cNvSpPr>
          <p:nvPr>
            <p:ph type="pic" sz="quarter" idx="15"/>
          </p:nvPr>
        </p:nvSpPr>
        <p:spPr>
          <a:xfrm rot="21294977">
            <a:off x="7023248" y="4452922"/>
            <a:ext cx="1768155" cy="1247767"/>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0" name="Picture Placeholder 7"/>
          <p:cNvSpPr>
            <a:spLocks noGrp="1" noChangeAspect="1"/>
          </p:cNvSpPr>
          <p:nvPr>
            <p:ph type="pic" sz="quarter" idx="16"/>
          </p:nvPr>
        </p:nvSpPr>
        <p:spPr>
          <a:xfrm rot="21294977">
            <a:off x="6680348" y="522272"/>
            <a:ext cx="1768155" cy="1247767"/>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18667671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Picture Placeholder 7"/>
          <p:cNvSpPr>
            <a:spLocks noGrp="1" noChangeAspect="1"/>
          </p:cNvSpPr>
          <p:nvPr>
            <p:ph type="pic" sz="quarter" idx="10"/>
          </p:nvPr>
        </p:nvSpPr>
        <p:spPr>
          <a:xfrm rot="21293899">
            <a:off x="5500382" y="3831140"/>
            <a:ext cx="2994940" cy="2273983"/>
          </a:xfrm>
          <a:noFill/>
        </p:spPr>
        <p:txBody>
          <a:bodyPr tIns="1188000"/>
          <a:lstStyle>
            <a:lvl1pPr marL="0" indent="0" algn="ctr">
              <a:buNone/>
              <a:defRPr sz="20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28416221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itle and 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5" name="Chart Placeholder 4"/>
          <p:cNvSpPr>
            <a:spLocks noGrp="1"/>
          </p:cNvSpPr>
          <p:nvPr>
            <p:ph type="chart" sz="quarter" idx="10"/>
          </p:nvPr>
        </p:nvSpPr>
        <p:spPr>
          <a:xfrm>
            <a:off x="663575" y="2232025"/>
            <a:ext cx="5924550" cy="4233863"/>
          </a:xfrm>
        </p:spPr>
        <p:txBody>
          <a:bodyPr tIns="612000"/>
          <a:lstStyle>
            <a:lvl1pPr marL="0" indent="0" algn="ctr">
              <a:buNone/>
              <a:defRPr b="0">
                <a:solidFill>
                  <a:schemeClr val="tx2"/>
                </a:solidFill>
              </a:defRPr>
            </a:lvl1pPr>
          </a:lstStyle>
          <a:p>
            <a:pPr lvl="0"/>
            <a:r>
              <a:rPr lang="en-US" noProof="0" smtClean="0"/>
              <a:t>Click icon to add chart</a:t>
            </a:r>
            <a:endParaRPr lang="en-GB" noProof="0"/>
          </a:p>
        </p:txBody>
      </p:sp>
    </p:spTree>
    <p:extLst>
      <p:ext uri="{BB962C8B-B14F-4D97-AF65-F5344CB8AC3E}">
        <p14:creationId xmlns:p14="http://schemas.microsoft.com/office/powerpoint/2010/main" val="15028890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0"/>
            <a:ext cx="4572000" cy="68580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7171" name="AutoShape 3"/>
          <p:cNvSpPr>
            <a:spLocks noChangeArrowheads="1"/>
          </p:cNvSpPr>
          <p:nvPr/>
        </p:nvSpPr>
        <p:spPr bwMode="auto">
          <a:xfrm>
            <a:off x="685800" y="990600"/>
            <a:ext cx="5181600" cy="1905000"/>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7172" name="Rectangle 4"/>
          <p:cNvSpPr>
            <a:spLocks noGrp="1" noChangeArrowheads="1"/>
          </p:cNvSpPr>
          <p:nvPr>
            <p:ph type="subTitle" idx="1"/>
          </p:nvPr>
        </p:nvSpPr>
        <p:spPr>
          <a:xfrm>
            <a:off x="4673600" y="2927350"/>
            <a:ext cx="3657600" cy="1822450"/>
          </a:xfrm>
        </p:spPr>
        <p:txBody>
          <a:bodyPr anchor="b"/>
          <a:lstStyle>
            <a:lvl1pPr marL="0" indent="0">
              <a:buFont typeface="Wingdings" pitchFamily="2" charset="2"/>
              <a:buNone/>
              <a:defRPr>
                <a:solidFill>
                  <a:schemeClr val="tx2"/>
                </a:solidFill>
              </a:defRPr>
            </a:lvl1pPr>
          </a:lstStyle>
          <a:p>
            <a:pPr lvl="0"/>
            <a:r>
              <a:rPr lang="en-US" noProof="0" smtClean="0"/>
              <a:t>Click to edit Master subtitle style</a:t>
            </a:r>
            <a:endParaRPr lang="en-CA" noProof="0" smtClean="0"/>
          </a:p>
        </p:txBody>
      </p:sp>
      <p:grpSp>
        <p:nvGrpSpPr>
          <p:cNvPr id="7173" name="Group 5"/>
          <p:cNvGrpSpPr>
            <a:grpSpLocks/>
          </p:cNvGrpSpPr>
          <p:nvPr/>
        </p:nvGrpSpPr>
        <p:grpSpPr bwMode="auto">
          <a:xfrm>
            <a:off x="3632200" y="4889500"/>
            <a:ext cx="4876800" cy="319088"/>
            <a:chOff x="2288" y="3080"/>
            <a:chExt cx="3072" cy="201"/>
          </a:xfrm>
        </p:grpSpPr>
        <p:sp>
          <p:nvSpPr>
            <p:cNvPr id="7174" name="AutoShape 6"/>
            <p:cNvSpPr>
              <a:spLocks noChangeArrowheads="1"/>
            </p:cNvSpPr>
            <p:nvPr/>
          </p:nvSpPr>
          <p:spPr bwMode="auto">
            <a:xfrm flipH="1">
              <a:off x="2288" y="3080"/>
              <a:ext cx="2914" cy="200"/>
            </a:xfrm>
            <a:prstGeom prst="roundRect">
              <a:avLst>
                <a:gd name="adj" fmla="val 0"/>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AutoShape 7"/>
            <p:cNvSpPr>
              <a:spLocks noChangeArrowheads="1"/>
            </p:cNvSpPr>
            <p:nvPr/>
          </p:nvSpPr>
          <p:spPr bwMode="auto">
            <a:xfrm>
              <a:off x="5196" y="3080"/>
              <a:ext cx="164" cy="201"/>
            </a:xfrm>
            <a:prstGeom prst="flowChartDelay">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176" name="Rectangle 8"/>
          <p:cNvSpPr>
            <a:spLocks noGrp="1" noChangeArrowheads="1"/>
          </p:cNvSpPr>
          <p:nvPr>
            <p:ph type="dt" sz="quarter" idx="2"/>
          </p:nvPr>
        </p:nvSpPr>
        <p:spPr>
          <a:xfrm>
            <a:off x="2667000" y="6553200"/>
            <a:ext cx="1905000" cy="304800"/>
          </a:xfrm>
        </p:spPr>
        <p:txBody>
          <a:bodyPr/>
          <a:lstStyle>
            <a:lvl1pPr>
              <a:defRPr>
                <a:solidFill>
                  <a:schemeClr val="bg1"/>
                </a:solidFill>
              </a:defRPr>
            </a:lvl1pPr>
          </a:lstStyle>
          <a:p>
            <a:fld id="{B61BEF0D-F0BB-DE4B-95CE-6DB70DBA9567}" type="datetimeFigureOut">
              <a:rPr lang="en-US" smtClean="0"/>
              <a:pPr/>
              <a:t>10/20/2022</a:t>
            </a:fld>
            <a:endParaRPr lang="en-US" dirty="0"/>
          </a:p>
        </p:txBody>
      </p:sp>
      <p:sp>
        <p:nvSpPr>
          <p:cNvPr id="7177" name="Rectangle 9"/>
          <p:cNvSpPr>
            <a:spLocks noGrp="1" noChangeArrowheads="1"/>
          </p:cNvSpPr>
          <p:nvPr>
            <p:ph type="ftr" sz="quarter" idx="3"/>
          </p:nvPr>
        </p:nvSpPr>
        <p:spPr>
          <a:xfrm>
            <a:off x="5195888" y="6553200"/>
            <a:ext cx="3279775" cy="304800"/>
          </a:xfrm>
        </p:spPr>
        <p:txBody>
          <a:bodyPr/>
          <a:lstStyle>
            <a:lvl1pPr algn="r">
              <a:defRPr/>
            </a:lvl1pPr>
          </a:lstStyle>
          <a:p>
            <a:endParaRPr lang="en-US" dirty="0"/>
          </a:p>
        </p:txBody>
      </p:sp>
      <p:sp>
        <p:nvSpPr>
          <p:cNvPr id="7178" name="Rectangle 10"/>
          <p:cNvSpPr>
            <a:spLocks noGrp="1" noChangeArrowheads="1"/>
          </p:cNvSpPr>
          <p:nvPr>
            <p:ph type="sldNum" sz="quarter" idx="4"/>
          </p:nvPr>
        </p:nvSpPr>
        <p:spPr>
          <a:xfrm>
            <a:off x="9525" y="6359525"/>
            <a:ext cx="587375" cy="488950"/>
          </a:xfrm>
        </p:spPr>
        <p:txBody>
          <a:bodyPr anchorCtr="0"/>
          <a:lstStyle>
            <a:lvl1pPr>
              <a:defRPr/>
            </a:lvl1pPr>
          </a:lstStyle>
          <a:p>
            <a:fld id="{D57F1E4F-1CFF-5643-939E-217C01CDF565}" type="slidenum">
              <a:rPr lang="en-US" smtClean="0"/>
              <a:pPr/>
              <a:t>‹#›</a:t>
            </a:fld>
            <a:endParaRPr lang="en-US" dirty="0"/>
          </a:p>
        </p:txBody>
      </p:sp>
      <p:sp>
        <p:nvSpPr>
          <p:cNvPr id="7179" name="Rectangle 11"/>
          <p:cNvSpPr>
            <a:spLocks noGrp="1" noChangeArrowheads="1"/>
          </p:cNvSpPr>
          <p:nvPr>
            <p:ph type="ctrTitle" sz="quarter"/>
          </p:nvPr>
        </p:nvSpPr>
        <p:spPr>
          <a:xfrm>
            <a:off x="936625" y="1425575"/>
            <a:ext cx="7772400" cy="1143000"/>
          </a:xfrm>
        </p:spPr>
        <p:txBody>
          <a:bodyPr anchor="ctr"/>
          <a:lstStyle>
            <a:lvl1pPr algn="ctr">
              <a:defRPr>
                <a:solidFill>
                  <a:schemeClr val="tx1"/>
                </a:solidFill>
              </a:defRPr>
            </a:lvl1pPr>
          </a:lstStyle>
          <a:p>
            <a:pPr lvl="0"/>
            <a:r>
              <a:rPr lang="en-US" noProof="0" smtClean="0"/>
              <a:t>Click to edit Master title style</a:t>
            </a:r>
            <a:endParaRPr lang="en-CA" noProof="0" smtClean="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0487226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601559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2362200"/>
            <a:ext cx="39243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91100" y="2362200"/>
            <a:ext cx="39243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EB712588-04B1-427B-82EE-E8DB90309F08}" type="datetimeFigureOut">
              <a:rPr lang="en-US" smtClean="0"/>
              <a:t>10/20/2022</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6FF9F0C5-380F-41C2-899A-BAC0F0927E16}" type="slidenum">
              <a:rPr lang="en-US" smtClean="0"/>
              <a:t>‹#›</a:t>
            </a:fld>
            <a:endParaRPr lang="en-US" dirty="0"/>
          </a:p>
        </p:txBody>
      </p:sp>
    </p:spTree>
    <p:extLst>
      <p:ext uri="{BB962C8B-B14F-4D97-AF65-F5344CB8AC3E}">
        <p14:creationId xmlns:p14="http://schemas.microsoft.com/office/powerpoint/2010/main" val="4051216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8" name="Footer Placeholder 7"/>
          <p:cNvSpPr>
            <a:spLocks noGrp="1"/>
          </p:cNvSpPr>
          <p:nvPr>
            <p:ph type="ftr" sz="quarter" idx="11"/>
          </p:nvPr>
        </p:nvSpPr>
        <p:spPr/>
        <p:txBody>
          <a:bodyPr/>
          <a:lstStyle>
            <a:lvl1pPr>
              <a:defRPr/>
            </a:lvl1pPr>
          </a:lstStyle>
          <a:p>
            <a:endParaRPr lang="en-US" dirty="0"/>
          </a:p>
        </p:txBody>
      </p:sp>
      <p:sp>
        <p:nvSpPr>
          <p:cNvPr id="9" name="Slide Number Placeholder 8"/>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92353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4" name="Footer Placeholder 3"/>
          <p:cNvSpPr>
            <a:spLocks noGrp="1"/>
          </p:cNvSpPr>
          <p:nvPr>
            <p:ph type="ftr" sz="quarter" idx="11"/>
          </p:nvPr>
        </p:nvSpPr>
        <p:spPr/>
        <p:txBody>
          <a:bodyPr/>
          <a:lstStyle>
            <a:lvl1pPr>
              <a:defRPr/>
            </a:lvl1pPr>
          </a:lstStyle>
          <a:p>
            <a:endParaRPr lang="en-US" dirty="0"/>
          </a:p>
        </p:txBody>
      </p:sp>
      <p:sp>
        <p:nvSpPr>
          <p:cNvPr id="5" name="Slide Number Placeholder 4"/>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02548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3" name="Footer Placeholder 2"/>
          <p:cNvSpPr>
            <a:spLocks noGrp="1"/>
          </p:cNvSpPr>
          <p:nvPr>
            <p:ph type="ftr" sz="quarter" idx="11"/>
          </p:nvPr>
        </p:nvSpPr>
        <p:spPr/>
        <p:txBody>
          <a:bodyPr/>
          <a:lstStyle>
            <a:lvl1pPr>
              <a:defRPr/>
            </a:lvl1pPr>
          </a:lstStyle>
          <a:p>
            <a:endParaRPr lang="en-US" dirty="0"/>
          </a:p>
        </p:txBody>
      </p:sp>
      <p:sp>
        <p:nvSpPr>
          <p:cNvPr id="4" name="Slide Number Placeholder 3"/>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051397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42A54C80-263E-416B-A8E0-580EDEADCBDC}" type="datetimeFigureOut">
              <a:rPr lang="en-US" smtClean="0"/>
              <a:t>10/20/2022</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519954A3-9DFD-4C44-94BA-B95130A3BA1C}" type="slidenum">
              <a:rPr lang="en-US" smtClean="0"/>
              <a:t>‹#›</a:t>
            </a:fld>
            <a:endParaRPr lang="en-US" dirty="0"/>
          </a:p>
        </p:txBody>
      </p:sp>
    </p:spTree>
    <p:extLst>
      <p:ext uri="{BB962C8B-B14F-4D97-AF65-F5344CB8AC3E}">
        <p14:creationId xmlns:p14="http://schemas.microsoft.com/office/powerpoint/2010/main" val="38236989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160630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55C6B4A9-1611-4792-9094-5F34BCA07E0B}" type="datetimeFigureOut">
              <a:rPr lang="en-US" smtClean="0"/>
              <a:t>10/20/2022</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89333C77-0158-454C-844F-B7AB9BD7DAD4}" type="slidenum">
              <a:rPr lang="en-US" smtClean="0"/>
              <a:t>‹#›</a:t>
            </a:fld>
            <a:endParaRPr lang="en-US" dirty="0"/>
          </a:p>
        </p:txBody>
      </p:sp>
    </p:spTree>
    <p:extLst>
      <p:ext uri="{BB962C8B-B14F-4D97-AF65-F5344CB8AC3E}">
        <p14:creationId xmlns:p14="http://schemas.microsoft.com/office/powerpoint/2010/main" val="36251071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5150" y="762000"/>
            <a:ext cx="2000250" cy="5334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762000"/>
            <a:ext cx="5848350" cy="533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B61BEF0D-F0BB-DE4B-95CE-6DB70DBA9567}" type="datetimeFigureOut">
              <a:rPr lang="en-US" smtClean="0"/>
              <a:pPr/>
              <a:t>10/20/2022</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7849321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0"/>
            <a:ext cx="8001000"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914400" y="2362200"/>
            <a:ext cx="8001000" cy="3733800"/>
          </a:xfrm>
        </p:spPr>
        <p:txBody>
          <a:bodyPr/>
          <a:lstStyle/>
          <a:p>
            <a:r>
              <a:rPr lang="en-US" smtClean="0"/>
              <a:t>Click icon to add chart</a:t>
            </a:r>
            <a:endParaRPr lang="en-US"/>
          </a:p>
        </p:txBody>
      </p:sp>
      <p:sp>
        <p:nvSpPr>
          <p:cNvPr id="4" name="Date Placeholder 3"/>
          <p:cNvSpPr>
            <a:spLocks noGrp="1"/>
          </p:cNvSpPr>
          <p:nvPr>
            <p:ph type="dt" sz="half" idx="10"/>
          </p:nvPr>
        </p:nvSpPr>
        <p:spPr>
          <a:xfrm>
            <a:off x="7010400" y="6553200"/>
            <a:ext cx="1905000" cy="304800"/>
          </a:xfrm>
        </p:spPr>
        <p:txBody>
          <a:bodyPr/>
          <a:lstStyle>
            <a:lvl1pPr>
              <a:defRPr/>
            </a:lvl1pPr>
          </a:lstStyle>
          <a:p>
            <a:endParaRPr lang="en-CA"/>
          </a:p>
        </p:txBody>
      </p:sp>
      <p:sp>
        <p:nvSpPr>
          <p:cNvPr id="5" name="Footer Placeholder 4"/>
          <p:cNvSpPr>
            <a:spLocks noGrp="1"/>
          </p:cNvSpPr>
          <p:nvPr>
            <p:ph type="ftr" sz="quarter" idx="11"/>
          </p:nvPr>
        </p:nvSpPr>
        <p:spPr>
          <a:xfrm>
            <a:off x="2057400" y="6553200"/>
            <a:ext cx="3886200" cy="304800"/>
          </a:xfrm>
        </p:spPr>
        <p:txBody>
          <a:bodyPr/>
          <a:lstStyle>
            <a:lvl1pPr>
              <a:defRPr/>
            </a:lvl1pPr>
          </a:lstStyle>
          <a:p>
            <a:r>
              <a:rPr lang="en-CA"/>
              <a:t>© 2005 Pearson Education Canada Inc. </a:t>
            </a:r>
          </a:p>
        </p:txBody>
      </p:sp>
      <p:sp>
        <p:nvSpPr>
          <p:cNvPr id="6" name="Slide Number Placeholder 5"/>
          <p:cNvSpPr>
            <a:spLocks noGrp="1"/>
          </p:cNvSpPr>
          <p:nvPr>
            <p:ph type="sldNum" sz="quarter" idx="12"/>
          </p:nvPr>
        </p:nvSpPr>
        <p:spPr>
          <a:xfrm>
            <a:off x="84138" y="6343650"/>
            <a:ext cx="587375" cy="488950"/>
          </a:xfrm>
        </p:spPr>
        <p:txBody>
          <a:bodyPr/>
          <a:lstStyle>
            <a:lvl1pPr>
              <a:defRPr/>
            </a:lvl1pPr>
          </a:lstStyle>
          <a:p>
            <a:fld id="{6E9BF9B9-7CCF-42B6-83D3-F07AC6EEF86A}" type="slidenum">
              <a:rPr lang="en-CA"/>
              <a:pPr/>
              <a:t>‹#›</a:t>
            </a:fld>
            <a:endParaRPr lang="en-CA"/>
          </a:p>
        </p:txBody>
      </p:sp>
    </p:spTree>
    <p:extLst>
      <p:ext uri="{BB962C8B-B14F-4D97-AF65-F5344CB8AC3E}">
        <p14:creationId xmlns:p14="http://schemas.microsoft.com/office/powerpoint/2010/main" val="33526167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746125"/>
            <a:ext cx="15843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06600" y="900001"/>
            <a:ext cx="5664600" cy="2110050"/>
          </a:xfrm>
        </p:spPr>
        <p:txBody>
          <a:bodyPr/>
          <a:lstStyle>
            <a:lvl1pPr algn="l">
              <a:lnSpc>
                <a:spcPts val="7700"/>
              </a:lnSpc>
              <a:defRPr sz="7400" spc="-60" baseline="0">
                <a:solidFill>
                  <a:schemeClr val="tx2"/>
                </a:solidFill>
              </a:defRPr>
            </a:lvl1pPr>
          </a:lstStyle>
          <a:p>
            <a:r>
              <a:rPr lang="en-US" smtClean="0"/>
              <a:t>Click to edit Master title style</a:t>
            </a:r>
            <a:endParaRPr lang="en-GB"/>
          </a:p>
        </p:txBody>
      </p:sp>
      <p:sp>
        <p:nvSpPr>
          <p:cNvPr id="3" name="Subtitle 2"/>
          <p:cNvSpPr>
            <a:spLocks noGrp="1"/>
          </p:cNvSpPr>
          <p:nvPr>
            <p:ph type="subTitle" idx="1"/>
          </p:nvPr>
        </p:nvSpPr>
        <p:spPr>
          <a:xfrm>
            <a:off x="637200" y="2993400"/>
            <a:ext cx="4201200" cy="1752600"/>
          </a:xfrm>
        </p:spPr>
        <p:txBody>
          <a:bodyPr/>
          <a:lstStyle>
            <a:lvl1pPr marL="0" indent="0" algn="l">
              <a:lnSpc>
                <a:spcPts val="4600"/>
              </a:lnSpc>
              <a:spcBef>
                <a:spcPts val="0"/>
              </a:spcBef>
              <a:buNone/>
              <a:defRPr sz="4000" spc="-60" baseline="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sp>
        <p:nvSpPr>
          <p:cNvPr id="8" name="Picture Placeholder 7"/>
          <p:cNvSpPr>
            <a:spLocks noGrp="1" noChangeAspect="1"/>
          </p:cNvSpPr>
          <p:nvPr>
            <p:ph type="pic" sz="quarter" idx="10"/>
          </p:nvPr>
        </p:nvSpPr>
        <p:spPr>
          <a:xfrm rot="21300000">
            <a:off x="5091484" y="3214744"/>
            <a:ext cx="3583742" cy="3809651"/>
          </a:xfrm>
          <a:noFill/>
        </p:spPr>
        <p:txBody>
          <a:bodyPr tIns="1188000"/>
          <a:lstStyle>
            <a:lvl1pPr marL="0" indent="0" algn="ctr">
              <a:buNone/>
              <a:defRPr sz="24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19599423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Content Pg 4">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5" y="930320"/>
            <a:ext cx="7515625"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663575" y="2901600"/>
            <a:ext cx="7558825" cy="3225600"/>
          </a:xfrm>
        </p:spPr>
        <p:txBody>
          <a:bodyPr/>
          <a:lstStyle>
            <a:lvl1pPr marL="165600" indent="-165600">
              <a:spcBef>
                <a:spcPts val="1417"/>
              </a:spcBef>
              <a:buFont typeface="Arial" panose="020B0604020202020204" pitchFamily="34" charset="0"/>
              <a:buChar char="•"/>
              <a:defRPr>
                <a:solidFill>
                  <a:srgbClr val="006072"/>
                </a:solidFill>
              </a:defRPr>
            </a:lvl1pPr>
            <a:lvl2pPr marL="439200" indent="-179388">
              <a:defRPr>
                <a:solidFill>
                  <a:srgbClr val="006072"/>
                </a:solidFill>
              </a:defRPr>
            </a:lvl2pPr>
          </a:lstStyle>
          <a:p>
            <a:pPr lvl="0"/>
            <a:r>
              <a:rPr lang="en-US" smtClean="0"/>
              <a:t>Click to edit Master text styles</a:t>
            </a:r>
          </a:p>
          <a:p>
            <a:pPr lvl="1"/>
            <a:r>
              <a:rPr lang="en-US" smtClean="0"/>
              <a:t>Second level</a:t>
            </a:r>
          </a:p>
        </p:txBody>
      </p:sp>
      <p:sp>
        <p:nvSpPr>
          <p:cNvPr id="5" name="Content Placeholder 4"/>
          <p:cNvSpPr>
            <a:spLocks noGrp="1"/>
          </p:cNvSpPr>
          <p:nvPr>
            <p:ph sz="quarter" idx="13"/>
          </p:nvPr>
        </p:nvSpPr>
        <p:spPr>
          <a:xfrm>
            <a:off x="663575" y="2008188"/>
            <a:ext cx="7573225" cy="555012"/>
          </a:xfrm>
        </p:spPr>
        <p:txBody>
          <a:bodyPr/>
          <a:lstStyle>
            <a:lvl1pPr marL="0" indent="0">
              <a:buNone/>
              <a:defRPr sz="4000">
                <a:solidFill>
                  <a:schemeClr val="tx2"/>
                </a:solidFill>
              </a:defRPr>
            </a:lvl1pPr>
          </a:lstStyle>
          <a:p>
            <a:pPr lvl="0"/>
            <a:r>
              <a:rPr lang="en-US" smtClean="0"/>
              <a:t>Click to edit Master text styles</a:t>
            </a:r>
          </a:p>
        </p:txBody>
      </p:sp>
    </p:spTree>
    <p:extLst>
      <p:ext uri="{BB962C8B-B14F-4D97-AF65-F5344CB8AC3E}">
        <p14:creationId xmlns:p14="http://schemas.microsoft.com/office/powerpoint/2010/main" val="38526745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Pg 7">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5" y="930320"/>
            <a:ext cx="7515625"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663575" y="2901600"/>
            <a:ext cx="5794825" cy="3225600"/>
          </a:xfrm>
        </p:spPr>
        <p:txBody>
          <a:bodyPr/>
          <a:lstStyle>
            <a:lvl1pPr marL="165100" indent="-165100">
              <a:spcBef>
                <a:spcPts val="1417"/>
              </a:spcBef>
              <a:buFont typeface="Arial" panose="020B0604020202020204" pitchFamily="34" charset="0"/>
              <a:buChar char="•"/>
              <a:defRPr>
                <a:solidFill>
                  <a:schemeClr val="tx2"/>
                </a:solidFill>
              </a:defRPr>
            </a:lvl1pPr>
            <a:lvl2pPr marL="439738" indent="-179388">
              <a:defRPr>
                <a:solidFill>
                  <a:schemeClr val="tx2"/>
                </a:solidFill>
              </a:defRPr>
            </a:lvl2pPr>
          </a:lstStyle>
          <a:p>
            <a:pPr lvl="0"/>
            <a:r>
              <a:rPr lang="en-US" smtClean="0"/>
              <a:t>Click to edit Master text styles</a:t>
            </a:r>
          </a:p>
          <a:p>
            <a:pPr lvl="1"/>
            <a:r>
              <a:rPr lang="en-US" smtClean="0"/>
              <a:t>Second level</a:t>
            </a:r>
          </a:p>
        </p:txBody>
      </p:sp>
      <p:sp>
        <p:nvSpPr>
          <p:cNvPr id="5" name="Content Placeholder 4"/>
          <p:cNvSpPr>
            <a:spLocks noGrp="1"/>
          </p:cNvSpPr>
          <p:nvPr>
            <p:ph sz="quarter" idx="13"/>
          </p:nvPr>
        </p:nvSpPr>
        <p:spPr>
          <a:xfrm>
            <a:off x="663575" y="2008188"/>
            <a:ext cx="7573225" cy="555012"/>
          </a:xfrm>
        </p:spPr>
        <p:txBody>
          <a:bodyPr/>
          <a:lstStyle>
            <a:lvl1pPr marL="0" indent="0">
              <a:buNone/>
              <a:defRPr sz="4000">
                <a:solidFill>
                  <a:schemeClr val="tx2"/>
                </a:solidFill>
              </a:defRPr>
            </a:lvl1pPr>
          </a:lstStyle>
          <a:p>
            <a:pPr lvl="0"/>
            <a:r>
              <a:rPr lang="en-US" smtClean="0"/>
              <a:t>Click to edit Master text styles</a:t>
            </a:r>
          </a:p>
        </p:txBody>
      </p:sp>
      <p:sp>
        <p:nvSpPr>
          <p:cNvPr id="6" name="Picture Placeholder 5"/>
          <p:cNvSpPr>
            <a:spLocks noGrp="1"/>
          </p:cNvSpPr>
          <p:nvPr>
            <p:ph type="pic" sz="quarter" idx="10"/>
          </p:nvPr>
        </p:nvSpPr>
        <p:spPr>
          <a:xfrm rot="21308237">
            <a:off x="6781574" y="3450987"/>
            <a:ext cx="1663200" cy="1191600"/>
          </a:xfrm>
          <a:scene3d>
            <a:camera prst="orthographicFront">
              <a:rot lat="0" lon="21300000" rev="0"/>
            </a:camera>
            <a:lightRig rig="threePt" dir="t"/>
          </a:scene3d>
        </p:spPr>
        <p:txBody>
          <a:bodyPr/>
          <a:lstStyle>
            <a:lvl1pPr marL="0" indent="0" algn="ctr">
              <a:buNone/>
              <a:defRPr>
                <a:solidFill>
                  <a:schemeClr val="bg1"/>
                </a:solidFill>
              </a:defRPr>
            </a:lvl1pPr>
          </a:lstStyle>
          <a:p>
            <a:pPr lvl="0"/>
            <a:r>
              <a:rPr lang="en-US" noProof="0" smtClean="0"/>
              <a:t>Click icon to add picture</a:t>
            </a:r>
            <a:endParaRPr lang="en-US" noProof="0" dirty="0"/>
          </a:p>
        </p:txBody>
      </p:sp>
    </p:spTree>
    <p:extLst>
      <p:ext uri="{BB962C8B-B14F-4D97-AF65-F5344CB8AC3E}">
        <p14:creationId xmlns:p14="http://schemas.microsoft.com/office/powerpoint/2010/main" val="32035345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746125"/>
            <a:ext cx="15843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06600" y="900001"/>
            <a:ext cx="5664600" cy="2110050"/>
          </a:xfrm>
        </p:spPr>
        <p:txBody>
          <a:bodyPr/>
          <a:lstStyle>
            <a:lvl1pPr algn="l">
              <a:lnSpc>
                <a:spcPts val="7700"/>
              </a:lnSpc>
              <a:defRPr sz="7400" spc="-60" baseline="0">
                <a:solidFill>
                  <a:schemeClr val="tx2"/>
                </a:solidFill>
              </a:defRPr>
            </a:lvl1pPr>
          </a:lstStyle>
          <a:p>
            <a:r>
              <a:rPr lang="en-US" smtClean="0"/>
              <a:t>Click to edit Master title style</a:t>
            </a:r>
            <a:endParaRPr lang="en-GB"/>
          </a:p>
        </p:txBody>
      </p:sp>
      <p:sp>
        <p:nvSpPr>
          <p:cNvPr id="3" name="Subtitle 2"/>
          <p:cNvSpPr>
            <a:spLocks noGrp="1"/>
          </p:cNvSpPr>
          <p:nvPr>
            <p:ph type="subTitle" idx="1"/>
          </p:nvPr>
        </p:nvSpPr>
        <p:spPr>
          <a:xfrm>
            <a:off x="637200" y="2993400"/>
            <a:ext cx="4201200" cy="1752600"/>
          </a:xfrm>
        </p:spPr>
        <p:txBody>
          <a:bodyPr/>
          <a:lstStyle>
            <a:lvl1pPr marL="0" indent="0" algn="l">
              <a:lnSpc>
                <a:spcPts val="4600"/>
              </a:lnSpc>
              <a:spcBef>
                <a:spcPts val="0"/>
              </a:spcBef>
              <a:buNone/>
              <a:defRPr sz="4000" spc="-60" baseline="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sp>
        <p:nvSpPr>
          <p:cNvPr id="8" name="Picture Placeholder 7"/>
          <p:cNvSpPr>
            <a:spLocks noGrp="1" noChangeAspect="1"/>
          </p:cNvSpPr>
          <p:nvPr>
            <p:ph type="pic" sz="quarter" idx="10"/>
          </p:nvPr>
        </p:nvSpPr>
        <p:spPr>
          <a:xfrm rot="21300000">
            <a:off x="5091484" y="3214744"/>
            <a:ext cx="3583742" cy="3809651"/>
          </a:xfrm>
          <a:noFill/>
        </p:spPr>
        <p:txBody>
          <a:bodyPr tIns="1188000"/>
          <a:lstStyle>
            <a:lvl1pPr marL="0" indent="0" algn="ctr">
              <a:buNone/>
              <a:defRPr sz="24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19599423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lide v2">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11"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746125"/>
            <a:ext cx="15843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606600" y="900001"/>
            <a:ext cx="5664600" cy="2110050"/>
          </a:xfrm>
        </p:spPr>
        <p:txBody>
          <a:bodyPr/>
          <a:lstStyle>
            <a:lvl1pPr algn="l">
              <a:lnSpc>
                <a:spcPts val="7700"/>
              </a:lnSpc>
              <a:defRPr sz="7400" spc="-60" baseline="0">
                <a:solidFill>
                  <a:schemeClr val="tx2"/>
                </a:solidFill>
              </a:defRPr>
            </a:lvl1pPr>
          </a:lstStyle>
          <a:p>
            <a:r>
              <a:rPr lang="en-US" smtClean="0"/>
              <a:t>Click to edit Master title style</a:t>
            </a:r>
            <a:endParaRPr lang="en-GB"/>
          </a:p>
        </p:txBody>
      </p:sp>
      <p:sp>
        <p:nvSpPr>
          <p:cNvPr id="3" name="Subtitle 2"/>
          <p:cNvSpPr>
            <a:spLocks noGrp="1"/>
          </p:cNvSpPr>
          <p:nvPr>
            <p:ph type="subTitle" idx="1"/>
          </p:nvPr>
        </p:nvSpPr>
        <p:spPr>
          <a:xfrm>
            <a:off x="637200" y="2993400"/>
            <a:ext cx="4201200" cy="1752600"/>
          </a:xfrm>
        </p:spPr>
        <p:txBody>
          <a:bodyPr/>
          <a:lstStyle>
            <a:lvl1pPr marL="0" indent="0" algn="l">
              <a:lnSpc>
                <a:spcPts val="4600"/>
              </a:lnSpc>
              <a:spcBef>
                <a:spcPts val="0"/>
              </a:spcBef>
              <a:buNone/>
              <a:defRPr sz="4000" spc="-60" baseline="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sp>
        <p:nvSpPr>
          <p:cNvPr id="8" name="Picture Placeholder 7"/>
          <p:cNvSpPr>
            <a:spLocks noGrp="1" noChangeAspect="1"/>
          </p:cNvSpPr>
          <p:nvPr>
            <p:ph type="pic" sz="quarter" idx="13"/>
          </p:nvPr>
        </p:nvSpPr>
        <p:spPr>
          <a:xfrm rot="21294977">
            <a:off x="3357090" y="5041858"/>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9" name="Picture Placeholder 7"/>
          <p:cNvSpPr>
            <a:spLocks noGrp="1" noChangeAspect="1"/>
          </p:cNvSpPr>
          <p:nvPr>
            <p:ph type="pic" sz="quarter" idx="14"/>
          </p:nvPr>
        </p:nvSpPr>
        <p:spPr>
          <a:xfrm rot="21294977">
            <a:off x="5058890" y="4889458"/>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0" name="Picture Placeholder 7"/>
          <p:cNvSpPr>
            <a:spLocks noGrp="1" noChangeAspect="1"/>
          </p:cNvSpPr>
          <p:nvPr>
            <p:ph type="pic" sz="quarter" idx="15"/>
          </p:nvPr>
        </p:nvSpPr>
        <p:spPr>
          <a:xfrm rot="21294977">
            <a:off x="6786090" y="4737057"/>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2" name="Picture Placeholder 7"/>
          <p:cNvSpPr>
            <a:spLocks noGrp="1" noChangeAspect="1"/>
          </p:cNvSpPr>
          <p:nvPr>
            <p:ph type="pic" sz="quarter" idx="16"/>
          </p:nvPr>
        </p:nvSpPr>
        <p:spPr>
          <a:xfrm rot="21294977">
            <a:off x="6896156" y="5990123"/>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3" name="Picture Placeholder 7"/>
          <p:cNvSpPr>
            <a:spLocks noGrp="1" noChangeAspect="1"/>
          </p:cNvSpPr>
          <p:nvPr>
            <p:ph type="pic" sz="quarter" idx="17"/>
          </p:nvPr>
        </p:nvSpPr>
        <p:spPr>
          <a:xfrm rot="21294977">
            <a:off x="5168955" y="6134056"/>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4" name="Picture Placeholder 7"/>
          <p:cNvSpPr>
            <a:spLocks noGrp="1" noChangeAspect="1"/>
          </p:cNvSpPr>
          <p:nvPr>
            <p:ph type="pic" sz="quarter" idx="18"/>
          </p:nvPr>
        </p:nvSpPr>
        <p:spPr>
          <a:xfrm rot="21294977">
            <a:off x="3458689" y="6286744"/>
            <a:ext cx="1663718" cy="1193314"/>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163473514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Pg 3">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5" y="930320"/>
            <a:ext cx="7515625"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663575" y="2901600"/>
            <a:ext cx="5895625" cy="3225600"/>
          </a:xfrm>
        </p:spPr>
        <p:txBody>
          <a:bodyPr/>
          <a:lstStyle>
            <a:lvl1pPr marL="0" indent="0">
              <a:spcBef>
                <a:spcPts val="1417"/>
              </a:spcBef>
              <a:buNone/>
              <a:defRPr/>
            </a:lvl1pPr>
            <a:lvl2pPr marL="179388" indent="-179388">
              <a:defRPr/>
            </a:lvl2pPr>
          </a:lstStyle>
          <a:p>
            <a:pPr lvl="0"/>
            <a:r>
              <a:rPr lang="en-US" smtClean="0"/>
              <a:t>Click to edit Master text styles</a:t>
            </a:r>
          </a:p>
          <a:p>
            <a:pPr lvl="1"/>
            <a:r>
              <a:rPr lang="en-US" smtClean="0"/>
              <a:t>Second level</a:t>
            </a:r>
          </a:p>
        </p:txBody>
      </p:sp>
      <p:sp>
        <p:nvSpPr>
          <p:cNvPr id="5" name="Content Placeholder 4"/>
          <p:cNvSpPr>
            <a:spLocks noGrp="1"/>
          </p:cNvSpPr>
          <p:nvPr>
            <p:ph sz="quarter" idx="13"/>
          </p:nvPr>
        </p:nvSpPr>
        <p:spPr>
          <a:xfrm>
            <a:off x="663575" y="2008188"/>
            <a:ext cx="7573225" cy="555012"/>
          </a:xfrm>
        </p:spPr>
        <p:txBody>
          <a:bodyPr/>
          <a:lstStyle>
            <a:lvl1pPr marL="0" indent="0">
              <a:buNone/>
              <a:defRPr sz="4000">
                <a:solidFill>
                  <a:schemeClr val="tx2"/>
                </a:solidFill>
              </a:defRPr>
            </a:lvl1pPr>
          </a:lstStyle>
          <a:p>
            <a:pPr lvl="0"/>
            <a:r>
              <a:rPr lang="en-US" smtClean="0"/>
              <a:t>Click to edit Master text styles</a:t>
            </a:r>
          </a:p>
        </p:txBody>
      </p:sp>
      <p:sp>
        <p:nvSpPr>
          <p:cNvPr id="6" name="Picture Placeholder 5"/>
          <p:cNvSpPr>
            <a:spLocks noGrp="1"/>
          </p:cNvSpPr>
          <p:nvPr>
            <p:ph type="pic" sz="quarter" idx="10"/>
          </p:nvPr>
        </p:nvSpPr>
        <p:spPr>
          <a:xfrm rot="21308237">
            <a:off x="6781574" y="3322378"/>
            <a:ext cx="1663200" cy="1191600"/>
          </a:xfrm>
          <a:scene3d>
            <a:camera prst="orthographicFront">
              <a:rot lat="0" lon="21300000" rev="0"/>
            </a:camera>
            <a:lightRig rig="threePt" dir="t"/>
          </a:scene3d>
        </p:spPr>
        <p:txBody>
          <a:bodyPr/>
          <a:lstStyle>
            <a:lvl1pPr marL="0" indent="0" algn="ctr">
              <a:buNone/>
              <a:defRPr>
                <a:solidFill>
                  <a:schemeClr val="bg1"/>
                </a:solidFill>
              </a:defRPr>
            </a:lvl1pPr>
          </a:lstStyle>
          <a:p>
            <a:pPr lvl="0"/>
            <a:r>
              <a:rPr lang="en-US" noProof="0" smtClean="0"/>
              <a:t>Click icon to add picture</a:t>
            </a:r>
            <a:endParaRPr lang="en-US" noProof="0" dirty="0"/>
          </a:p>
        </p:txBody>
      </p:sp>
    </p:spTree>
    <p:extLst>
      <p:ext uri="{BB962C8B-B14F-4D97-AF65-F5344CB8AC3E}">
        <p14:creationId xmlns:p14="http://schemas.microsoft.com/office/powerpoint/2010/main" val="136757880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Content Pg 5">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5" y="930320"/>
            <a:ext cx="7515625" cy="1143000"/>
          </a:xfrm>
        </p:spPr>
        <p:txBody>
          <a:bodyPr/>
          <a:lstStyle/>
          <a:p>
            <a:r>
              <a:rPr lang="en-US" smtClean="0"/>
              <a:t>Click to edit Master title style</a:t>
            </a:r>
            <a:endParaRPr lang="en-GB"/>
          </a:p>
        </p:txBody>
      </p:sp>
      <p:sp>
        <p:nvSpPr>
          <p:cNvPr id="3" name="Content Placeholder 2"/>
          <p:cNvSpPr>
            <a:spLocks noGrp="1"/>
          </p:cNvSpPr>
          <p:nvPr>
            <p:ph idx="1"/>
          </p:nvPr>
        </p:nvSpPr>
        <p:spPr>
          <a:xfrm>
            <a:off x="663575" y="2901600"/>
            <a:ext cx="7558825" cy="3225600"/>
          </a:xfrm>
        </p:spPr>
        <p:txBody>
          <a:bodyPr/>
          <a:lstStyle>
            <a:lvl1pPr marL="165100" indent="-165100">
              <a:spcBef>
                <a:spcPts val="1417"/>
              </a:spcBef>
              <a:buFont typeface="Arial" panose="020B0604020202020204" pitchFamily="34" charset="0"/>
              <a:buChar char="•"/>
              <a:defRPr>
                <a:solidFill>
                  <a:schemeClr val="tx2"/>
                </a:solidFill>
              </a:defRPr>
            </a:lvl1pPr>
            <a:lvl2pPr marL="439738" indent="-179388">
              <a:defRPr>
                <a:solidFill>
                  <a:schemeClr val="tx2"/>
                </a:solidFill>
              </a:defRPr>
            </a:lvl2pPr>
          </a:lstStyle>
          <a:p>
            <a:pPr lvl="0"/>
            <a:r>
              <a:rPr lang="en-US" smtClean="0"/>
              <a:t>Click to edit Master text styles</a:t>
            </a:r>
          </a:p>
          <a:p>
            <a:pPr lvl="1"/>
            <a:r>
              <a:rPr lang="en-US" smtClean="0"/>
              <a:t>Second level</a:t>
            </a:r>
          </a:p>
        </p:txBody>
      </p:sp>
      <p:sp>
        <p:nvSpPr>
          <p:cNvPr id="5" name="Content Placeholder 4"/>
          <p:cNvSpPr>
            <a:spLocks noGrp="1"/>
          </p:cNvSpPr>
          <p:nvPr>
            <p:ph sz="quarter" idx="13"/>
          </p:nvPr>
        </p:nvSpPr>
        <p:spPr>
          <a:xfrm>
            <a:off x="663575" y="2008188"/>
            <a:ext cx="7573225" cy="555012"/>
          </a:xfrm>
        </p:spPr>
        <p:txBody>
          <a:bodyPr/>
          <a:lstStyle>
            <a:lvl1pPr marL="0" indent="0">
              <a:buNone/>
              <a:defRPr sz="4000">
                <a:solidFill>
                  <a:schemeClr val="tx2"/>
                </a:solidFill>
              </a:defRPr>
            </a:lvl1pPr>
          </a:lstStyle>
          <a:p>
            <a:pPr lvl="0"/>
            <a:r>
              <a:rPr lang="en-US" smtClean="0"/>
              <a:t>Click to edit Master text styles</a:t>
            </a:r>
          </a:p>
        </p:txBody>
      </p:sp>
    </p:spTree>
    <p:extLst>
      <p:ext uri="{BB962C8B-B14F-4D97-AF65-F5344CB8AC3E}">
        <p14:creationId xmlns:p14="http://schemas.microsoft.com/office/powerpoint/2010/main" val="36381034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Content Pg 6">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3576" y="930320"/>
            <a:ext cx="3606800" cy="1143000"/>
          </a:xfrm>
        </p:spPr>
        <p:txBody>
          <a:bodyPr/>
          <a:lstStyle/>
          <a:p>
            <a:r>
              <a:rPr lang="en-US" smtClean="0"/>
              <a:t>Click to edit Master title style</a:t>
            </a:r>
            <a:endParaRPr lang="en-GB"/>
          </a:p>
        </p:txBody>
      </p:sp>
      <p:sp>
        <p:nvSpPr>
          <p:cNvPr id="5" name="Content Placeholder 4"/>
          <p:cNvSpPr>
            <a:spLocks noGrp="1"/>
          </p:cNvSpPr>
          <p:nvPr>
            <p:ph sz="quarter" idx="13"/>
          </p:nvPr>
        </p:nvSpPr>
        <p:spPr>
          <a:xfrm>
            <a:off x="663576" y="2008188"/>
            <a:ext cx="3606800" cy="555012"/>
          </a:xfrm>
        </p:spPr>
        <p:txBody>
          <a:bodyPr/>
          <a:lstStyle>
            <a:lvl1pPr marL="0" indent="0">
              <a:buNone/>
              <a:defRPr sz="4000">
                <a:solidFill>
                  <a:schemeClr val="tx2"/>
                </a:solidFill>
              </a:defRPr>
            </a:lvl1pPr>
          </a:lstStyle>
          <a:p>
            <a:pPr lvl="0"/>
            <a:r>
              <a:rPr lang="en-US" smtClean="0"/>
              <a:t>Click to edit Master text styles</a:t>
            </a:r>
          </a:p>
        </p:txBody>
      </p:sp>
      <p:sp>
        <p:nvSpPr>
          <p:cNvPr id="3" name="Content Placeholder 2"/>
          <p:cNvSpPr>
            <a:spLocks noGrp="1"/>
          </p:cNvSpPr>
          <p:nvPr>
            <p:ph idx="1"/>
          </p:nvPr>
        </p:nvSpPr>
        <p:spPr>
          <a:xfrm>
            <a:off x="663575" y="2901600"/>
            <a:ext cx="3600000" cy="3225600"/>
          </a:xfrm>
        </p:spPr>
        <p:txBody>
          <a:bodyPr/>
          <a:lstStyle>
            <a:lvl1pPr marL="0" indent="0">
              <a:spcBef>
                <a:spcPts val="1417"/>
              </a:spcBef>
              <a:buFont typeface="Arial" panose="020B0604020202020204" pitchFamily="34" charset="0"/>
              <a:buNone/>
              <a:defRPr>
                <a:solidFill>
                  <a:schemeClr val="tx2"/>
                </a:solidFill>
              </a:defRPr>
            </a:lvl1pPr>
            <a:lvl2pPr marL="439738" indent="-179388">
              <a:defRPr>
                <a:solidFill>
                  <a:schemeClr val="tx2"/>
                </a:solidFill>
              </a:defRPr>
            </a:lvl2pPr>
          </a:lstStyle>
          <a:p>
            <a:pPr lvl="0"/>
            <a:r>
              <a:rPr lang="en-US" smtClean="0"/>
              <a:t>Click to edit Master text styles</a:t>
            </a:r>
          </a:p>
        </p:txBody>
      </p:sp>
      <p:sp>
        <p:nvSpPr>
          <p:cNvPr id="6" name="Picture Placeholder 7"/>
          <p:cNvSpPr>
            <a:spLocks noGrp="1" noChangeAspect="1"/>
          </p:cNvSpPr>
          <p:nvPr>
            <p:ph type="pic" sz="quarter" idx="10"/>
          </p:nvPr>
        </p:nvSpPr>
        <p:spPr>
          <a:xfrm rot="21300000">
            <a:off x="5033873" y="1904937"/>
            <a:ext cx="3583742" cy="2581689"/>
          </a:xfrm>
          <a:noFill/>
        </p:spPr>
        <p:txBody>
          <a:bodyPr tIns="1188000"/>
          <a:lstStyle>
            <a:lvl1pPr marL="0" indent="0" algn="ctr">
              <a:buNone/>
              <a:defRPr sz="2400" b="0">
                <a:solidFill>
                  <a:schemeClr val="bg1"/>
                </a:solidFill>
              </a:defRPr>
            </a:lvl1pPr>
          </a:lstStyle>
          <a:p>
            <a:pPr lvl="0"/>
            <a:r>
              <a:rPr lang="en-US" noProof="0" smtClean="0"/>
              <a:t>Click icon to add picture</a:t>
            </a:r>
            <a:endParaRPr lang="en-GB" noProof="0"/>
          </a:p>
        </p:txBody>
      </p:sp>
      <p:sp>
        <p:nvSpPr>
          <p:cNvPr id="9" name="Picture Placeholder 7"/>
          <p:cNvSpPr>
            <a:spLocks noGrp="1" noChangeAspect="1"/>
          </p:cNvSpPr>
          <p:nvPr>
            <p:ph type="pic" sz="quarter" idx="15"/>
          </p:nvPr>
        </p:nvSpPr>
        <p:spPr>
          <a:xfrm rot="21294977">
            <a:off x="7023248" y="4452922"/>
            <a:ext cx="1768155" cy="1247767"/>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
        <p:nvSpPr>
          <p:cNvPr id="10" name="Picture Placeholder 7"/>
          <p:cNvSpPr>
            <a:spLocks noGrp="1" noChangeAspect="1"/>
          </p:cNvSpPr>
          <p:nvPr>
            <p:ph type="pic" sz="quarter" idx="16"/>
          </p:nvPr>
        </p:nvSpPr>
        <p:spPr>
          <a:xfrm rot="21294977">
            <a:off x="6680348" y="522272"/>
            <a:ext cx="1768155" cy="1247767"/>
          </a:xfrm>
          <a:noFill/>
        </p:spPr>
        <p:txBody>
          <a:bodyPr tIns="216000"/>
          <a:lstStyle>
            <a:lvl1pPr marL="0" indent="0" algn="ctr">
              <a:buNone/>
              <a:defRPr sz="9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186676711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Picture Placeholder 7"/>
          <p:cNvSpPr>
            <a:spLocks noGrp="1" noChangeAspect="1"/>
          </p:cNvSpPr>
          <p:nvPr>
            <p:ph type="pic" sz="quarter" idx="10"/>
          </p:nvPr>
        </p:nvSpPr>
        <p:spPr>
          <a:xfrm rot="21293899">
            <a:off x="5500382" y="3831140"/>
            <a:ext cx="2994940" cy="2273983"/>
          </a:xfrm>
          <a:noFill/>
        </p:spPr>
        <p:txBody>
          <a:bodyPr tIns="1188000"/>
          <a:lstStyle>
            <a:lvl1pPr marL="0" indent="0" algn="ctr">
              <a:buNone/>
              <a:defRPr sz="2000" b="0">
                <a:solidFill>
                  <a:schemeClr val="bg1"/>
                </a:solidFill>
              </a:defRPr>
            </a:lvl1pPr>
          </a:lstStyle>
          <a:p>
            <a:pPr lvl="0"/>
            <a:r>
              <a:rPr lang="en-US" noProof="0" smtClean="0"/>
              <a:t>Click icon to add picture</a:t>
            </a:r>
            <a:endParaRPr lang="en-GB" noProof="0" dirty="0"/>
          </a:p>
        </p:txBody>
      </p:sp>
    </p:spTree>
    <p:extLst>
      <p:ext uri="{BB962C8B-B14F-4D97-AF65-F5344CB8AC3E}">
        <p14:creationId xmlns:p14="http://schemas.microsoft.com/office/powerpoint/2010/main" val="284162218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itle and 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5" name="Chart Placeholder 4"/>
          <p:cNvSpPr>
            <a:spLocks noGrp="1"/>
          </p:cNvSpPr>
          <p:nvPr>
            <p:ph type="chart" sz="quarter" idx="10"/>
          </p:nvPr>
        </p:nvSpPr>
        <p:spPr>
          <a:xfrm>
            <a:off x="663575" y="2232025"/>
            <a:ext cx="5924550" cy="4233863"/>
          </a:xfrm>
        </p:spPr>
        <p:txBody>
          <a:bodyPr tIns="612000"/>
          <a:lstStyle>
            <a:lvl1pPr marL="0" indent="0" algn="ctr">
              <a:buNone/>
              <a:defRPr b="0">
                <a:solidFill>
                  <a:schemeClr val="tx2"/>
                </a:solidFill>
              </a:defRPr>
            </a:lvl1pPr>
          </a:lstStyle>
          <a:p>
            <a:pPr lvl="0"/>
            <a:r>
              <a:rPr lang="en-US" noProof="0" smtClean="0"/>
              <a:t>Click icon to add chart</a:t>
            </a:r>
            <a:endParaRPr lang="en-GB" noProof="0"/>
          </a:p>
        </p:txBody>
      </p:sp>
    </p:spTree>
    <p:extLst>
      <p:ext uri="{BB962C8B-B14F-4D97-AF65-F5344CB8AC3E}">
        <p14:creationId xmlns:p14="http://schemas.microsoft.com/office/powerpoint/2010/main" val="150288903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1026"/>
          <p:cNvSpPr>
            <a:spLocks noChangeArrowheads="1"/>
          </p:cNvSpPr>
          <p:nvPr/>
        </p:nvSpPr>
        <p:spPr bwMode="hidden">
          <a:xfrm>
            <a:off x="228600" y="3200400"/>
            <a:ext cx="8763000" cy="1341438"/>
          </a:xfrm>
          <a:prstGeom prst="rect">
            <a:avLst/>
          </a:prstGeom>
          <a:gradFill rotWithShape="0">
            <a:gsLst>
              <a:gs pos="0">
                <a:schemeClr val="bg2"/>
              </a:gs>
              <a:gs pos="100000">
                <a:schemeClr val="bg1"/>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pic>
        <p:nvPicPr>
          <p:cNvPr id="5123" name="Picture 1027" descr="ANABNR2"/>
          <p:cNvPicPr>
            <a:picLocks noChangeAspect="1" noChangeArrowheads="1"/>
          </p:cNvPicPr>
          <p:nvPr/>
        </p:nvPicPr>
        <p:blipFill>
          <a:blip r:embed="rId2">
            <a:extLst>
              <a:ext uri="{28A0092B-C50C-407E-A947-70E740481C1C}">
                <a14:useLocalDpi xmlns:a14="http://schemas.microsoft.com/office/drawing/2010/main" val="0"/>
              </a:ext>
            </a:extLst>
          </a:blip>
          <a:srcRect l="-900" t="-1314" r="-2" b="-36961"/>
          <a:stretch>
            <a:fillRect/>
          </a:stretch>
        </p:blipFill>
        <p:spPr bwMode="auto">
          <a:xfrm>
            <a:off x="533400" y="3200400"/>
            <a:ext cx="8458200" cy="1158875"/>
          </a:xfrm>
          <a:prstGeom prst="rect">
            <a:avLst/>
          </a:prstGeom>
          <a:noFill/>
          <a:extLst>
            <a:ext uri="{909E8E84-426E-40DD-AFC4-6F175D3DCCD1}">
              <a14:hiddenFill xmlns:a14="http://schemas.microsoft.com/office/drawing/2010/main">
                <a:solidFill>
                  <a:srgbClr val="FFFFFF"/>
                </a:solidFill>
              </a14:hiddenFill>
            </a:ext>
          </a:extLst>
        </p:spPr>
      </p:pic>
      <p:sp>
        <p:nvSpPr>
          <p:cNvPr id="5124" name="Rectangle 1028"/>
          <p:cNvSpPr>
            <a:spLocks noChangeArrowheads="1"/>
          </p:cNvSpPr>
          <p:nvPr/>
        </p:nvSpPr>
        <p:spPr bwMode="hidden">
          <a:xfrm>
            <a:off x="795338" y="2895600"/>
            <a:ext cx="304800" cy="990600"/>
          </a:xfrm>
          <a:prstGeom prst="rect">
            <a:avLst/>
          </a:prstGeom>
          <a:solidFill>
            <a:schemeClr val="accent2">
              <a:alpha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5125" name="Rectangle 1029"/>
          <p:cNvSpPr>
            <a:spLocks noGrp="1" noChangeArrowheads="1"/>
          </p:cNvSpPr>
          <p:nvPr>
            <p:ph type="ctrTitle"/>
          </p:nvPr>
        </p:nvSpPr>
        <p:spPr>
          <a:xfrm>
            <a:off x="1143000" y="1981200"/>
            <a:ext cx="7772400" cy="1143000"/>
          </a:xfrm>
        </p:spPr>
        <p:txBody>
          <a:bodyPr/>
          <a:lstStyle>
            <a:lvl1pPr>
              <a:defRPr/>
            </a:lvl1pPr>
          </a:lstStyle>
          <a:p>
            <a:pPr lvl="0"/>
            <a:r>
              <a:rPr lang="en-US" noProof="0" smtClean="0"/>
              <a:t>Click to edit Master title style</a:t>
            </a:r>
            <a:endParaRPr lang="en-US" noProof="0" smtClean="0"/>
          </a:p>
        </p:txBody>
      </p:sp>
      <p:sp>
        <p:nvSpPr>
          <p:cNvPr id="5126" name="Rectangle 1030"/>
          <p:cNvSpPr>
            <a:spLocks noGrp="1" noChangeArrowheads="1"/>
          </p:cNvSpPr>
          <p:nvPr>
            <p:ph type="subTitle" idx="1"/>
          </p:nvPr>
        </p:nvSpPr>
        <p:spPr>
          <a:xfrm>
            <a:off x="2038350" y="4351338"/>
            <a:ext cx="6400800" cy="1371600"/>
          </a:xfrm>
        </p:spPr>
        <p:txBody>
          <a:bodyPr/>
          <a:lstStyle>
            <a:lvl1pPr marL="0" indent="0">
              <a:buFont typeface="Wingdings" pitchFamily="2" charset="2"/>
              <a:buNone/>
              <a:defRPr/>
            </a:lvl1pPr>
          </a:lstStyle>
          <a:p>
            <a:pPr lvl="0"/>
            <a:r>
              <a:rPr lang="en-US" noProof="0" smtClean="0"/>
              <a:t>Click to edit Master subtitle style</a:t>
            </a:r>
            <a:endParaRPr lang="en-US" noProof="0" smtClean="0"/>
          </a:p>
        </p:txBody>
      </p:sp>
      <p:sp>
        <p:nvSpPr>
          <p:cNvPr id="5127" name="Rectangle 1031"/>
          <p:cNvSpPr>
            <a:spLocks noGrp="1" noChangeArrowheads="1"/>
          </p:cNvSpPr>
          <p:nvPr>
            <p:ph type="dt" sz="half" idx="2"/>
          </p:nvPr>
        </p:nvSpPr>
        <p:spPr>
          <a:xfrm>
            <a:off x="685800" y="6324600"/>
            <a:ext cx="1905000" cy="457200"/>
          </a:xfrm>
        </p:spPr>
        <p:txBody>
          <a:bodyPr/>
          <a:lstStyle>
            <a:lvl1pPr>
              <a:defRPr/>
            </a:lvl1pPr>
          </a:lstStyle>
          <a:p>
            <a:endParaRPr lang="en-US"/>
          </a:p>
        </p:txBody>
      </p:sp>
      <p:sp>
        <p:nvSpPr>
          <p:cNvPr id="5128" name="Rectangle 1032"/>
          <p:cNvSpPr>
            <a:spLocks noGrp="1" noChangeArrowheads="1"/>
          </p:cNvSpPr>
          <p:nvPr>
            <p:ph type="ftr" sz="quarter" idx="3"/>
          </p:nvPr>
        </p:nvSpPr>
        <p:spPr>
          <a:xfrm>
            <a:off x="3124200" y="6324600"/>
            <a:ext cx="2895600" cy="457200"/>
          </a:xfrm>
        </p:spPr>
        <p:txBody>
          <a:bodyPr/>
          <a:lstStyle>
            <a:lvl1pPr>
              <a:defRPr/>
            </a:lvl1pPr>
          </a:lstStyle>
          <a:p>
            <a:endParaRPr lang="en-US"/>
          </a:p>
        </p:txBody>
      </p:sp>
      <p:sp>
        <p:nvSpPr>
          <p:cNvPr id="5129" name="Rectangle 1033"/>
          <p:cNvSpPr>
            <a:spLocks noGrp="1" noChangeArrowheads="1"/>
          </p:cNvSpPr>
          <p:nvPr>
            <p:ph type="sldNum" sz="quarter" idx="4"/>
          </p:nvPr>
        </p:nvSpPr>
        <p:spPr>
          <a:xfrm>
            <a:off x="6553200" y="6324600"/>
            <a:ext cx="1905000" cy="457200"/>
          </a:xfrm>
        </p:spPr>
        <p:txBody>
          <a:bodyPr/>
          <a:lstStyle>
            <a:lvl1pPr>
              <a:defRPr sz="1400"/>
            </a:lvl1pPr>
          </a:lstStyle>
          <a:p>
            <a:fld id="{EEA6A60A-91BB-4699-9DEF-0CB73D9431CF}" type="slidenum">
              <a:rPr lang="en-US" smtClean="0"/>
              <a:pPr/>
              <a:t>‹#›</a:t>
            </a:fld>
            <a:endParaRPr lang="en-US"/>
          </a:p>
        </p:txBody>
      </p: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12D45AF-7B27-461D-8F9E-ECB43847A1EE}" type="datetime1">
              <a:rPr lang="en-US" smtClean="0"/>
              <a:pPr>
                <a:defRPr/>
              </a:pPr>
              <a:t>10/20/2022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7736353-9378-4982-9402-0AF2F1B216E7}" type="slidenum">
              <a:rPr lang="en-US" altLang="en-US" smtClean="0"/>
              <a:pPr>
                <a:defRPr/>
              </a:pPr>
              <a:t>‹#›</a:t>
            </a:fld>
            <a:endParaRPr lang="en-US" altLang="en-US" dirty="0"/>
          </a:p>
        </p:txBody>
      </p:sp>
    </p:spTree>
    <p:extLst>
      <p:ext uri="{BB962C8B-B14F-4D97-AF65-F5344CB8AC3E}">
        <p14:creationId xmlns:p14="http://schemas.microsoft.com/office/powerpoint/2010/main" val="283374426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F87909EC-F7EE-45C8-A7CD-634A095989AD}" type="datetime1">
              <a:rPr lang="en-US" smtClean="0"/>
              <a:pPr>
                <a:defRPr/>
              </a:pPr>
              <a:t>10/20/2022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50AD3ED-6F7F-452F-BCFB-6676934D578C}" type="slidenum">
              <a:rPr lang="en-US" altLang="en-US" smtClean="0"/>
              <a:pPr>
                <a:defRPr/>
              </a:pPr>
              <a:t>‹#›</a:t>
            </a:fld>
            <a:endParaRPr lang="en-US" altLang="en-US" dirty="0"/>
          </a:p>
        </p:txBody>
      </p:sp>
    </p:spTree>
    <p:extLst>
      <p:ext uri="{BB962C8B-B14F-4D97-AF65-F5344CB8AC3E}">
        <p14:creationId xmlns:p14="http://schemas.microsoft.com/office/powerpoint/2010/main" val="63296430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066800" y="210185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29200" y="210185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fld id="{C25DF207-C5C2-45B1-97A5-ECB1C5ABD953}" type="datetime1">
              <a:rPr lang="en-US" smtClean="0"/>
              <a:pPr>
                <a:defRPr/>
              </a:pPr>
              <a:t>10/20/2022</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CB71E9DA-E80A-48AB-A09B-BDE59DB3A2B3}" type="slidenum">
              <a:rPr lang="en-US" altLang="en-US" smtClean="0"/>
              <a:pPr>
                <a:defRPr/>
              </a:pPr>
              <a:t>‹#›</a:t>
            </a:fld>
            <a:endParaRPr lang="en-US" altLang="en-US" dirty="0"/>
          </a:p>
        </p:txBody>
      </p:sp>
    </p:spTree>
    <p:extLst>
      <p:ext uri="{BB962C8B-B14F-4D97-AF65-F5344CB8AC3E}">
        <p14:creationId xmlns:p14="http://schemas.microsoft.com/office/powerpoint/2010/main" val="94304586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fld id="{F2154FB3-E2CD-4E92-823B-4A2BB61FA6B3}" type="datetime1">
              <a:rPr lang="en-US" smtClean="0"/>
              <a:pPr>
                <a:defRPr/>
              </a:pPr>
              <a:t>10/20/2022</a:t>
            </a:fld>
            <a:endParaRPr lang="en-US" dirty="0"/>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7F8523A4-90B7-45FC-9FCF-4E076E7F1DBC}" type="slidenum">
              <a:rPr lang="en-US" altLang="en-US" smtClean="0"/>
              <a:pPr>
                <a:defRPr/>
              </a:pPr>
              <a:t>‹#›</a:t>
            </a:fld>
            <a:endParaRPr lang="en-US" altLang="en-US" dirty="0"/>
          </a:p>
        </p:txBody>
      </p:sp>
    </p:spTree>
    <p:extLst>
      <p:ext uri="{BB962C8B-B14F-4D97-AF65-F5344CB8AC3E}">
        <p14:creationId xmlns:p14="http://schemas.microsoft.com/office/powerpoint/2010/main" val="273745207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fld id="{F7D3F16E-4B97-4909-98D2-025BA5FFAEBE}" type="datetime1">
              <a:rPr lang="en-US" smtClean="0"/>
              <a:pPr>
                <a:defRPr/>
              </a:pPr>
              <a:t>10/20/2022</a:t>
            </a:fld>
            <a:endParaRPr lang="en-US" dirty="0"/>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301EC4D1-1DCD-4FA5-BFA3-793664CF8445}" type="slidenum">
              <a:rPr lang="en-US" altLang="en-US" smtClean="0"/>
              <a:pPr>
                <a:defRPr/>
              </a:pPr>
              <a:t>‹#›</a:t>
            </a:fld>
            <a:endParaRPr lang="en-US" altLang="en-US" dirty="0"/>
          </a:p>
        </p:txBody>
      </p:sp>
    </p:spTree>
    <p:extLst>
      <p:ext uri="{BB962C8B-B14F-4D97-AF65-F5344CB8AC3E}">
        <p14:creationId xmlns:p14="http://schemas.microsoft.com/office/powerpoint/2010/main" val="194392739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B8CCF58E-6F33-49B9-B5D7-C3BF014A4DA4}" type="datetime1">
              <a:rPr lang="en-US" smtClean="0"/>
              <a:pPr>
                <a:defRPr/>
              </a:pPr>
              <a:t>10/20/2022</a:t>
            </a:fld>
            <a:endParaRPr lang="en-US" dirty="0"/>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pPr>
              <a:defRPr/>
            </a:pPr>
            <a:fld id="{25EFDEA3-971A-4A02-855D-7AD05D64FE7C}" type="slidenum">
              <a:rPr lang="en-US" altLang="en-US" smtClean="0"/>
              <a:pPr>
                <a:defRPr/>
              </a:pPr>
              <a:t>‹#›</a:t>
            </a:fld>
            <a:endParaRPr lang="en-US" altLang="en-US" dirty="0"/>
          </a:p>
        </p:txBody>
      </p:sp>
    </p:spTree>
    <p:extLst>
      <p:ext uri="{BB962C8B-B14F-4D97-AF65-F5344CB8AC3E}">
        <p14:creationId xmlns:p14="http://schemas.microsoft.com/office/powerpoint/2010/main" val="49559354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7DA025E1-216E-4DFE-84BA-C08DC9F0569A}" type="datetime1">
              <a:rPr lang="en-US" smtClean="0"/>
              <a:pPr>
                <a:defRPr/>
              </a:pPr>
              <a:t>10/20/2022</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90FB283F-61C8-48B9-8E9D-93955E60FC73}" type="slidenum">
              <a:rPr lang="en-US" altLang="en-US" smtClean="0"/>
              <a:pPr>
                <a:defRPr/>
              </a:pPr>
              <a:t>‹#›</a:t>
            </a:fld>
            <a:endParaRPr lang="en-US" altLang="en-US" dirty="0"/>
          </a:p>
        </p:txBody>
      </p:sp>
    </p:spTree>
    <p:extLst>
      <p:ext uri="{BB962C8B-B14F-4D97-AF65-F5344CB8AC3E}">
        <p14:creationId xmlns:p14="http://schemas.microsoft.com/office/powerpoint/2010/main" val="113479358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34DBBCE8-3780-4481-AF27-61BD67877911}" type="datetime1">
              <a:rPr lang="en-US" smtClean="0"/>
              <a:pPr>
                <a:defRPr/>
              </a:pPr>
              <a:t>10/20/2022</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30C91A3A-5883-4CE5-B7F5-7CA602EDE11F}" type="slidenum">
              <a:rPr lang="en-US" altLang="en-US" smtClean="0"/>
              <a:pPr>
                <a:defRPr/>
              </a:pPr>
              <a:t>‹#›</a:t>
            </a:fld>
            <a:endParaRPr lang="en-US" altLang="en-US" dirty="0"/>
          </a:p>
        </p:txBody>
      </p:sp>
    </p:spTree>
    <p:extLst>
      <p:ext uri="{BB962C8B-B14F-4D97-AF65-F5344CB8AC3E}">
        <p14:creationId xmlns:p14="http://schemas.microsoft.com/office/powerpoint/2010/main" val="220876718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771B6C3-FE1D-44F5-B38B-E27ADB3C1C84}" type="datetime1">
              <a:rPr lang="en-US" smtClean="0"/>
              <a:pPr>
                <a:defRPr/>
              </a:pPr>
              <a:t>10/20/2022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D4403C4-ED66-44F0-96DF-D6B0B2FAEB37}" type="slidenum">
              <a:rPr lang="en-US" altLang="en-US" smtClean="0"/>
              <a:pPr>
                <a:defRPr/>
              </a:pPr>
              <a:t>‹#›</a:t>
            </a:fld>
            <a:endParaRPr lang="en-US" altLang="en-US" dirty="0"/>
          </a:p>
        </p:txBody>
      </p:sp>
    </p:spTree>
    <p:extLst>
      <p:ext uri="{BB962C8B-B14F-4D97-AF65-F5344CB8AC3E}">
        <p14:creationId xmlns:p14="http://schemas.microsoft.com/office/powerpoint/2010/main" val="297723221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6100" y="838200"/>
            <a:ext cx="1943100" cy="53784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66800" y="838200"/>
            <a:ext cx="5676900"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75AC2EE-C2F1-480C-956A-10BF6D73F939}" type="datetime1">
              <a:rPr lang="en-US" smtClean="0"/>
              <a:pPr>
                <a:defRPr/>
              </a:pPr>
              <a:t>10/20/2022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0D7998E-B1C9-45C9-97F9-509677D8324A}" type="slidenum">
              <a:rPr lang="en-US" altLang="en-US" smtClean="0"/>
              <a:pPr>
                <a:defRPr/>
              </a:pPr>
              <a:t>‹#›</a:t>
            </a:fld>
            <a:endParaRPr lang="en-US" altLang="en-US" dirty="0"/>
          </a:p>
        </p:txBody>
      </p:sp>
    </p:spTree>
    <p:extLst>
      <p:ext uri="{BB962C8B-B14F-4D97-AF65-F5344CB8AC3E}">
        <p14:creationId xmlns:p14="http://schemas.microsoft.com/office/powerpoint/2010/main" val="34025807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066800" y="8382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066800" y="210185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029200" y="2101850"/>
            <a:ext cx="3810000" cy="4114800"/>
          </a:xfrm>
        </p:spPr>
        <p:txBody>
          <a:bodyPr/>
          <a:lstStyle/>
          <a:p>
            <a:r>
              <a:rPr lang="en-US" smtClean="0"/>
              <a:t>Click icon to add clip art</a:t>
            </a:r>
            <a:endParaRPr lang="en-US"/>
          </a:p>
        </p:txBody>
      </p:sp>
      <p:sp>
        <p:nvSpPr>
          <p:cNvPr id="5" name="Date Placeholder 4"/>
          <p:cNvSpPr>
            <a:spLocks noGrp="1"/>
          </p:cNvSpPr>
          <p:nvPr>
            <p:ph type="dt" sz="half" idx="10"/>
          </p:nvPr>
        </p:nvSpPr>
        <p:spPr>
          <a:xfrm>
            <a:off x="1066800" y="64135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429000" y="64135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229600" y="6413500"/>
            <a:ext cx="914400" cy="457200"/>
          </a:xfrm>
        </p:spPr>
        <p:txBody>
          <a:bodyPr/>
          <a:lstStyle>
            <a:lvl1pPr>
              <a:defRPr/>
            </a:lvl1pPr>
          </a:lstStyle>
          <a:p>
            <a:fld id="{C51B892F-6F42-46F5-BFD8-730B7C87247C}" type="slidenum">
              <a:rPr lang="en-US" smtClean="0"/>
              <a:pPr/>
              <a:t>‹#›</a:t>
            </a:fld>
            <a:endParaRPr lang="en-US"/>
          </a:p>
        </p:txBody>
      </p:sp>
    </p:spTree>
    <p:extLst>
      <p:ext uri="{BB962C8B-B14F-4D97-AF65-F5344CB8AC3E}">
        <p14:creationId xmlns:p14="http://schemas.microsoft.com/office/powerpoint/2010/main" val="3234675916"/>
      </p:ext>
    </p:extLst>
  </p:cSld>
  <p:clrMapOvr>
    <a:masterClrMapping/>
  </p:clrMapOvr>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Basic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580022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6" Type="http://schemas.openxmlformats.org/officeDocument/2006/relationships/image" Target="../media/image2.jpe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theme" Target="../theme/theme2.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theme" Target="../theme/theme3.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theme" Target="../theme/theme4.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6" Type="http://schemas.openxmlformats.org/officeDocument/2006/relationships/image" Target="../media/image13.png"/><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image" Target="../media/image12.jpeg"/><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0"/>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5793" r:id="rId1"/>
    <p:sldLayoutId id="2147485794" r:id="rId2"/>
    <p:sldLayoutId id="2147485795" r:id="rId3"/>
    <p:sldLayoutId id="2147485796" r:id="rId4"/>
    <p:sldLayoutId id="2147485797" r:id="rId5"/>
    <p:sldLayoutId id="2147485798" r:id="rId6"/>
    <p:sldLayoutId id="2147485799" r:id="rId7"/>
    <p:sldLayoutId id="2147485800" r:id="rId8"/>
    <p:sldLayoutId id="2147485801" r:id="rId9"/>
    <p:sldLayoutId id="2147485809" r:id="rId10"/>
    <p:sldLayoutId id="2147485810" r:id="rId11"/>
    <p:sldLayoutId id="2147485811" r:id="rId12"/>
    <p:sldLayoutId id="2147485812" r:id="rId13"/>
    <p:sldLayoutId id="2147485813" r:id="rId14"/>
    <p:sldLayoutId id="2147485814" r:id="rId15"/>
    <p:sldLayoutId id="2147485802" r:id="rId16"/>
    <p:sldLayoutId id="2147485815" r:id="rId17"/>
    <p:sldLayoutId id="2147485803" r:id="rId18"/>
  </p:sldLayoutIdLst>
  <p:transition/>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Myriad Web Pro" charset="0"/>
        </a:defRPr>
      </a:lvl2pPr>
      <a:lvl3pPr algn="ctr" rtl="0" eaLnBrk="0" fontAlgn="base" hangingPunct="0">
        <a:spcBef>
          <a:spcPct val="0"/>
        </a:spcBef>
        <a:spcAft>
          <a:spcPct val="0"/>
        </a:spcAft>
        <a:defRPr sz="4400">
          <a:solidFill>
            <a:schemeClr val="tx1"/>
          </a:solidFill>
          <a:latin typeface="Myriad Web Pro" charset="0"/>
        </a:defRPr>
      </a:lvl3pPr>
      <a:lvl4pPr algn="ctr" rtl="0" eaLnBrk="0" fontAlgn="base" hangingPunct="0">
        <a:spcBef>
          <a:spcPct val="0"/>
        </a:spcBef>
        <a:spcAft>
          <a:spcPct val="0"/>
        </a:spcAft>
        <a:defRPr sz="4400">
          <a:solidFill>
            <a:schemeClr val="tx1"/>
          </a:solidFill>
          <a:latin typeface="Myriad Web Pro" charset="0"/>
        </a:defRPr>
      </a:lvl4pPr>
      <a:lvl5pPr algn="ctr" rtl="0" eaLnBrk="0" fontAlgn="base" hangingPunct="0">
        <a:spcBef>
          <a:spcPct val="0"/>
        </a:spcBef>
        <a:spcAft>
          <a:spcPct val="0"/>
        </a:spcAft>
        <a:defRPr sz="4400">
          <a:solidFill>
            <a:schemeClr val="tx1"/>
          </a:solidFill>
          <a:latin typeface="Myriad Web Pro" charset="0"/>
        </a:defRPr>
      </a:lvl5pPr>
      <a:lvl6pPr marL="457200" algn="ctr" rtl="0" fontAlgn="base">
        <a:spcBef>
          <a:spcPct val="0"/>
        </a:spcBef>
        <a:spcAft>
          <a:spcPct val="0"/>
        </a:spcAft>
        <a:defRPr sz="4400">
          <a:solidFill>
            <a:schemeClr val="tx1"/>
          </a:solidFill>
          <a:latin typeface="Myriad Web Pro" charset="0"/>
        </a:defRPr>
      </a:lvl6pPr>
      <a:lvl7pPr marL="914400" algn="ctr" rtl="0" fontAlgn="base">
        <a:spcBef>
          <a:spcPct val="0"/>
        </a:spcBef>
        <a:spcAft>
          <a:spcPct val="0"/>
        </a:spcAft>
        <a:defRPr sz="4400">
          <a:solidFill>
            <a:schemeClr val="tx1"/>
          </a:solidFill>
          <a:latin typeface="Myriad Web Pro" charset="0"/>
        </a:defRPr>
      </a:lvl7pPr>
      <a:lvl8pPr marL="1371600" algn="ctr" rtl="0" fontAlgn="base">
        <a:spcBef>
          <a:spcPct val="0"/>
        </a:spcBef>
        <a:spcAft>
          <a:spcPct val="0"/>
        </a:spcAft>
        <a:defRPr sz="4400">
          <a:solidFill>
            <a:schemeClr val="tx1"/>
          </a:solidFill>
          <a:latin typeface="Myriad Web Pro" charset="0"/>
        </a:defRPr>
      </a:lvl8pPr>
      <a:lvl9pPr marL="1828800" algn="ctr" rtl="0" fontAlgn="base">
        <a:spcBef>
          <a:spcPct val="0"/>
        </a:spcBef>
        <a:spcAft>
          <a:spcPct val="0"/>
        </a:spcAft>
        <a:defRPr sz="4400">
          <a:solidFill>
            <a:schemeClr val="tx1"/>
          </a:solidFill>
          <a:latin typeface="Myriad Web Pro"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6" descr="SDS_Powerpoint_Slide3.jpg"/>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552450" y="0"/>
            <a:ext cx="96964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830" r:id="rId1"/>
    <p:sldLayoutId id="2147485831" r:id="rId2"/>
    <p:sldLayoutId id="2147485832" r:id="rId3"/>
    <p:sldLayoutId id="2147485833" r:id="rId4"/>
    <p:sldLayoutId id="2147485834" r:id="rId5"/>
    <p:sldLayoutId id="2147485835" r:id="rId6"/>
    <p:sldLayoutId id="2147485836" r:id="rId7"/>
    <p:sldLayoutId id="2147485837" r:id="rId8"/>
    <p:sldLayoutId id="2147485838" r:id="rId9"/>
    <p:sldLayoutId id="2147485839" r:id="rId10"/>
    <p:sldLayoutId id="2147485840" r:id="rId11"/>
    <p:sldLayoutId id="2147485841" r:id="rId12"/>
    <p:sldLayoutId id="2147485842" r:id="rId13"/>
    <p:sldLayoutId id="2147485958" r:id="rId14"/>
  </p:sldLayoutIdLst>
  <p:hf hdr="0" ftr="0" dt="0"/>
  <p:txStyles>
    <p:titleStyle>
      <a:lvl1pPr algn="ctr" defTabSz="457200" rtl="0" eaLnBrk="1" fontAlgn="base" hangingPunct="1">
        <a:spcBef>
          <a:spcPct val="0"/>
        </a:spcBef>
        <a:spcAft>
          <a:spcPct val="0"/>
        </a:spcAft>
        <a:defRPr sz="4400" kern="1200">
          <a:solidFill>
            <a:schemeClr val="tx1"/>
          </a:solidFill>
          <a:latin typeface="+mj-lt"/>
          <a:ea typeface="+mj-ea"/>
          <a:cs typeface="+mj-cs"/>
        </a:defRPr>
      </a:lvl1pPr>
      <a:lvl2pPr algn="ctr" defTabSz="457200" rtl="0" eaLnBrk="1" fontAlgn="base" hangingPunct="1">
        <a:spcBef>
          <a:spcPct val="0"/>
        </a:spcBef>
        <a:spcAft>
          <a:spcPct val="0"/>
        </a:spcAft>
        <a:defRPr sz="4400">
          <a:solidFill>
            <a:schemeClr val="tx1"/>
          </a:solidFill>
          <a:latin typeface="Calibri" pitchFamily="34" charset="0"/>
        </a:defRPr>
      </a:lvl2pPr>
      <a:lvl3pPr algn="ctr" defTabSz="457200" rtl="0" eaLnBrk="1" fontAlgn="base" hangingPunct="1">
        <a:spcBef>
          <a:spcPct val="0"/>
        </a:spcBef>
        <a:spcAft>
          <a:spcPct val="0"/>
        </a:spcAft>
        <a:defRPr sz="4400">
          <a:solidFill>
            <a:schemeClr val="tx1"/>
          </a:solidFill>
          <a:latin typeface="Calibri" pitchFamily="34" charset="0"/>
        </a:defRPr>
      </a:lvl3pPr>
      <a:lvl4pPr algn="ctr" defTabSz="457200" rtl="0" eaLnBrk="1" fontAlgn="base" hangingPunct="1">
        <a:spcBef>
          <a:spcPct val="0"/>
        </a:spcBef>
        <a:spcAft>
          <a:spcPct val="0"/>
        </a:spcAft>
        <a:defRPr sz="4400">
          <a:solidFill>
            <a:schemeClr val="tx1"/>
          </a:solidFill>
          <a:latin typeface="Calibri" pitchFamily="34" charset="0"/>
        </a:defRPr>
      </a:lvl4pPr>
      <a:lvl5pPr algn="ctr" defTabSz="457200" rtl="0" eaLnBrk="1" fontAlgn="base" hangingPunct="1">
        <a:spcBef>
          <a:spcPct val="0"/>
        </a:spcBef>
        <a:spcAft>
          <a:spcPct val="0"/>
        </a:spcAft>
        <a:defRPr sz="4400">
          <a:solidFill>
            <a:schemeClr val="tx1"/>
          </a:solidFill>
          <a:latin typeface="Calibri" pitchFamily="34" charset="0"/>
        </a:defRPr>
      </a:lvl5pPr>
      <a:lvl6pPr marL="457200" algn="ctr" defTabSz="457200" rtl="0" eaLnBrk="1" fontAlgn="base" hangingPunct="1">
        <a:spcBef>
          <a:spcPct val="0"/>
        </a:spcBef>
        <a:spcAft>
          <a:spcPct val="0"/>
        </a:spcAft>
        <a:defRPr sz="4400">
          <a:solidFill>
            <a:schemeClr val="tx1"/>
          </a:solidFill>
          <a:latin typeface="Calibri" pitchFamily="34" charset="0"/>
        </a:defRPr>
      </a:lvl6pPr>
      <a:lvl7pPr marL="914400" algn="ctr" defTabSz="457200" rtl="0" eaLnBrk="1" fontAlgn="base" hangingPunct="1">
        <a:spcBef>
          <a:spcPct val="0"/>
        </a:spcBef>
        <a:spcAft>
          <a:spcPct val="0"/>
        </a:spcAft>
        <a:defRPr sz="4400">
          <a:solidFill>
            <a:schemeClr val="tx1"/>
          </a:solidFill>
          <a:latin typeface="Calibri" pitchFamily="34" charset="0"/>
        </a:defRPr>
      </a:lvl7pPr>
      <a:lvl8pPr marL="1371600" algn="ctr" defTabSz="457200" rtl="0" eaLnBrk="1" fontAlgn="base" hangingPunct="1">
        <a:spcBef>
          <a:spcPct val="0"/>
        </a:spcBef>
        <a:spcAft>
          <a:spcPct val="0"/>
        </a:spcAft>
        <a:defRPr sz="4400">
          <a:solidFill>
            <a:schemeClr val="tx1"/>
          </a:solidFill>
          <a:latin typeface="Calibri" pitchFamily="34" charset="0"/>
        </a:defRPr>
      </a:lvl8pPr>
      <a:lvl9pPr marL="1828800" algn="ctr" defTabSz="457200"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6146" name="Group 2"/>
          <p:cNvGrpSpPr>
            <a:grpSpLocks/>
          </p:cNvGrpSpPr>
          <p:nvPr/>
        </p:nvGrpSpPr>
        <p:grpSpPr bwMode="auto">
          <a:xfrm>
            <a:off x="0" y="0"/>
            <a:ext cx="3200400" cy="6858000"/>
            <a:chOff x="0" y="0"/>
            <a:chExt cx="2016" cy="4320"/>
          </a:xfrm>
        </p:grpSpPr>
        <p:sp>
          <p:nvSpPr>
            <p:cNvPr id="6147" name="Rectangle 3"/>
            <p:cNvSpPr>
              <a:spLocks noChangeArrowheads="1"/>
            </p:cNvSpPr>
            <p:nvPr/>
          </p:nvSpPr>
          <p:spPr bwMode="auto">
            <a:xfrm>
              <a:off x="0" y="0"/>
              <a:ext cx="480" cy="432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 name="Rectangle 4"/>
            <p:cNvSpPr>
              <a:spLocks noChangeArrowheads="1"/>
            </p:cNvSpPr>
            <p:nvPr/>
          </p:nvSpPr>
          <p:spPr bwMode="auto">
            <a:xfrm>
              <a:off x="432" y="0"/>
              <a:ext cx="1584" cy="67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49" name="AutoShape 5"/>
          <p:cNvSpPr>
            <a:spLocks noChangeArrowheads="1"/>
          </p:cNvSpPr>
          <p:nvPr/>
        </p:nvSpPr>
        <p:spPr bwMode="auto">
          <a:xfrm>
            <a:off x="762000" y="762000"/>
            <a:ext cx="5105400" cy="609600"/>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6150" name="Rectangle 6"/>
          <p:cNvSpPr>
            <a:spLocks noGrp="1" noChangeArrowheads="1"/>
          </p:cNvSpPr>
          <p:nvPr>
            <p:ph type="title"/>
          </p:nvPr>
        </p:nvSpPr>
        <p:spPr bwMode="auto">
          <a:xfrm>
            <a:off x="914400" y="762000"/>
            <a:ext cx="8001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en-CA" smtClean="0"/>
          </a:p>
        </p:txBody>
      </p:sp>
      <p:sp>
        <p:nvSpPr>
          <p:cNvPr id="6151" name="Rectangle 7"/>
          <p:cNvSpPr>
            <a:spLocks noGrp="1" noChangeArrowheads="1"/>
          </p:cNvSpPr>
          <p:nvPr>
            <p:ph type="body" idx="1"/>
          </p:nvPr>
        </p:nvSpPr>
        <p:spPr bwMode="auto">
          <a:xfrm>
            <a:off x="914400" y="2362200"/>
            <a:ext cx="80010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6152" name="Rectangle 8"/>
          <p:cNvSpPr>
            <a:spLocks noGrp="1" noChangeArrowheads="1"/>
          </p:cNvSpPr>
          <p:nvPr>
            <p:ph type="dt" sz="half" idx="2"/>
          </p:nvPr>
        </p:nvSpPr>
        <p:spPr bwMode="auto">
          <a:xfrm>
            <a:off x="7010400" y="6553200"/>
            <a:ext cx="1905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lvl1pPr algn="r">
              <a:defRPr sz="1400">
                <a:latin typeface="+mj-lt"/>
              </a:defRPr>
            </a:lvl1pPr>
          </a:lstStyle>
          <a:p>
            <a:endParaRPr lang="en-CA"/>
          </a:p>
        </p:txBody>
      </p:sp>
      <p:sp>
        <p:nvSpPr>
          <p:cNvPr id="6153" name="Rectangle 9"/>
          <p:cNvSpPr>
            <a:spLocks noGrp="1" noChangeArrowheads="1"/>
          </p:cNvSpPr>
          <p:nvPr>
            <p:ph type="ftr" sz="quarter" idx="3"/>
          </p:nvPr>
        </p:nvSpPr>
        <p:spPr bwMode="auto">
          <a:xfrm>
            <a:off x="2057400" y="6553200"/>
            <a:ext cx="3886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lvl1pPr algn="ctr">
              <a:defRPr sz="1400">
                <a:latin typeface="+mj-lt"/>
                <a:cs typeface="Times New Roman" charset="0"/>
              </a:defRPr>
            </a:lvl1pPr>
          </a:lstStyle>
          <a:p>
            <a:r>
              <a:rPr lang="en-CA"/>
              <a:t>© 2005 Pearson Education Canada Inc.</a:t>
            </a:r>
            <a:r>
              <a:rPr lang="en-CA">
                <a:cs typeface="+mn-cs"/>
              </a:rPr>
              <a:t> </a:t>
            </a:r>
          </a:p>
        </p:txBody>
      </p:sp>
      <p:sp>
        <p:nvSpPr>
          <p:cNvPr id="6154" name="Rectangle 10"/>
          <p:cNvSpPr>
            <a:spLocks noGrp="1" noChangeArrowheads="1"/>
          </p:cNvSpPr>
          <p:nvPr>
            <p:ph type="sldNum" sz="quarter" idx="4"/>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lvl1pPr>
              <a:defRPr sz="2600" b="1">
                <a:solidFill>
                  <a:schemeClr val="bg1"/>
                </a:solidFill>
                <a:latin typeface="+mj-lt"/>
              </a:defRPr>
            </a:lvl1pPr>
          </a:lstStyle>
          <a:p>
            <a:fld id="{689A7716-098B-48AF-B025-05E4118F93D5}" type="slidenum">
              <a:rPr lang="en-CA"/>
              <a:pPr/>
              <a:t>‹#›</a:t>
            </a:fld>
            <a:endParaRPr lang="en-CA"/>
          </a:p>
        </p:txBody>
      </p:sp>
      <p:grpSp>
        <p:nvGrpSpPr>
          <p:cNvPr id="6155" name="Group 11"/>
          <p:cNvGrpSpPr>
            <a:grpSpLocks/>
          </p:cNvGrpSpPr>
          <p:nvPr/>
        </p:nvGrpSpPr>
        <p:grpSpPr bwMode="auto">
          <a:xfrm>
            <a:off x="228600" y="1981200"/>
            <a:ext cx="7391400" cy="319088"/>
            <a:chOff x="144" y="1248"/>
            <a:chExt cx="4656" cy="201"/>
          </a:xfrm>
        </p:grpSpPr>
        <p:sp>
          <p:nvSpPr>
            <p:cNvPr id="6156" name="AutoShape 12"/>
            <p:cNvSpPr>
              <a:spLocks noChangeArrowheads="1"/>
            </p:cNvSpPr>
            <p:nvPr/>
          </p:nvSpPr>
          <p:spPr bwMode="auto">
            <a:xfrm>
              <a:off x="384" y="1248"/>
              <a:ext cx="4416" cy="200"/>
            </a:xfrm>
            <a:prstGeom prst="roundRect">
              <a:avLst>
                <a:gd name="adj" fmla="val 0"/>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7" name="AutoShape 13"/>
            <p:cNvSpPr>
              <a:spLocks noChangeArrowheads="1"/>
            </p:cNvSpPr>
            <p:nvPr/>
          </p:nvSpPr>
          <p:spPr bwMode="auto">
            <a:xfrm flipH="1">
              <a:off x="144" y="1248"/>
              <a:ext cx="248" cy="201"/>
            </a:xfrm>
            <a:prstGeom prst="flowChartDelay">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 bg1="lt1" tx1="dk1" bg2="lt2" tx2="dk2" accent1="accent1" accent2="accent2" accent3="accent3" accent4="accent4" accent5="accent5" accent6="accent6" hlink="hlink" folHlink="folHlink"/>
  <p:sldLayoutIdLst>
    <p:sldLayoutId id="2147485844" r:id="rId1"/>
    <p:sldLayoutId id="2147485845" r:id="rId2"/>
    <p:sldLayoutId id="2147485846" r:id="rId3"/>
    <p:sldLayoutId id="2147485847" r:id="rId4"/>
    <p:sldLayoutId id="2147485848" r:id="rId5"/>
    <p:sldLayoutId id="2147485849" r:id="rId6"/>
    <p:sldLayoutId id="2147485850" r:id="rId7"/>
    <p:sldLayoutId id="2147485851" r:id="rId8"/>
    <p:sldLayoutId id="2147485852" r:id="rId9"/>
    <p:sldLayoutId id="2147485853" r:id="rId10"/>
    <p:sldLayoutId id="2147485854" r:id="rId11"/>
    <p:sldLayoutId id="2147485855" r:id="rId12"/>
    <p:sldLayoutId id="2147485856" r:id="rId13"/>
    <p:sldLayoutId id="2147485857" r:id="rId14"/>
    <p:sldLayoutId id="2147485858" r:id="rId15"/>
    <p:sldLayoutId id="2147485859" r:id="rId16"/>
    <p:sldLayoutId id="2147485860" r:id="rId17"/>
    <p:sldLayoutId id="2147485861" r:id="rId18"/>
    <p:sldLayoutId id="2147485862" r:id="rId19"/>
    <p:sldLayoutId id="2147485863" r:id="rId20"/>
    <p:sldLayoutId id="2147485864" r:id="rId21"/>
    <p:sldLayoutId id="2147485865" r:id="rId22"/>
  </p:sldLayoutIdLst>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6146" name="Group 2"/>
          <p:cNvGrpSpPr>
            <a:grpSpLocks/>
          </p:cNvGrpSpPr>
          <p:nvPr/>
        </p:nvGrpSpPr>
        <p:grpSpPr bwMode="auto">
          <a:xfrm>
            <a:off x="0" y="0"/>
            <a:ext cx="3200400" cy="6858000"/>
            <a:chOff x="0" y="0"/>
            <a:chExt cx="2016" cy="4320"/>
          </a:xfrm>
        </p:grpSpPr>
        <p:sp>
          <p:nvSpPr>
            <p:cNvPr id="6147" name="Rectangle 3"/>
            <p:cNvSpPr>
              <a:spLocks noChangeArrowheads="1"/>
            </p:cNvSpPr>
            <p:nvPr/>
          </p:nvSpPr>
          <p:spPr bwMode="auto">
            <a:xfrm>
              <a:off x="0" y="0"/>
              <a:ext cx="480" cy="432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 name="Rectangle 4"/>
            <p:cNvSpPr>
              <a:spLocks noChangeArrowheads="1"/>
            </p:cNvSpPr>
            <p:nvPr/>
          </p:nvSpPr>
          <p:spPr bwMode="auto">
            <a:xfrm>
              <a:off x="432" y="0"/>
              <a:ext cx="1584" cy="67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149" name="AutoShape 5"/>
          <p:cNvSpPr>
            <a:spLocks noChangeArrowheads="1"/>
          </p:cNvSpPr>
          <p:nvPr/>
        </p:nvSpPr>
        <p:spPr bwMode="auto">
          <a:xfrm>
            <a:off x="762000" y="762000"/>
            <a:ext cx="5105400" cy="609600"/>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6150" name="Rectangle 6"/>
          <p:cNvSpPr>
            <a:spLocks noGrp="1" noChangeArrowheads="1"/>
          </p:cNvSpPr>
          <p:nvPr>
            <p:ph type="title"/>
          </p:nvPr>
        </p:nvSpPr>
        <p:spPr bwMode="auto">
          <a:xfrm>
            <a:off x="914400" y="762000"/>
            <a:ext cx="8001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en-CA" smtClean="0"/>
          </a:p>
        </p:txBody>
      </p:sp>
      <p:sp>
        <p:nvSpPr>
          <p:cNvPr id="6151" name="Rectangle 7"/>
          <p:cNvSpPr>
            <a:spLocks noGrp="1" noChangeArrowheads="1"/>
          </p:cNvSpPr>
          <p:nvPr>
            <p:ph type="body" idx="1"/>
          </p:nvPr>
        </p:nvSpPr>
        <p:spPr bwMode="auto">
          <a:xfrm>
            <a:off x="914400" y="2362200"/>
            <a:ext cx="80010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6152" name="Rectangle 8"/>
          <p:cNvSpPr>
            <a:spLocks noGrp="1" noChangeArrowheads="1"/>
          </p:cNvSpPr>
          <p:nvPr>
            <p:ph type="dt" sz="half" idx="2"/>
          </p:nvPr>
        </p:nvSpPr>
        <p:spPr bwMode="auto">
          <a:xfrm>
            <a:off x="7010400" y="6553200"/>
            <a:ext cx="1905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lvl1pPr algn="r">
              <a:defRPr sz="1400">
                <a:latin typeface="+mj-lt"/>
              </a:defRPr>
            </a:lvl1pPr>
          </a:lstStyle>
          <a:p>
            <a:endParaRPr lang="en-CA"/>
          </a:p>
        </p:txBody>
      </p:sp>
      <p:sp>
        <p:nvSpPr>
          <p:cNvPr id="6153" name="Rectangle 9"/>
          <p:cNvSpPr>
            <a:spLocks noGrp="1" noChangeArrowheads="1"/>
          </p:cNvSpPr>
          <p:nvPr>
            <p:ph type="ftr" sz="quarter" idx="3"/>
          </p:nvPr>
        </p:nvSpPr>
        <p:spPr bwMode="auto">
          <a:xfrm>
            <a:off x="2057400" y="6553200"/>
            <a:ext cx="3886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lvl1pPr algn="ctr">
              <a:defRPr sz="1400">
                <a:latin typeface="+mj-lt"/>
                <a:cs typeface="Times New Roman" charset="0"/>
              </a:defRPr>
            </a:lvl1pPr>
          </a:lstStyle>
          <a:p>
            <a:r>
              <a:rPr lang="en-CA"/>
              <a:t>© 2005 Pearson Education Canada Inc.</a:t>
            </a:r>
            <a:r>
              <a:rPr lang="en-CA">
                <a:cs typeface="+mn-cs"/>
              </a:rPr>
              <a:t> </a:t>
            </a:r>
          </a:p>
        </p:txBody>
      </p:sp>
      <p:sp>
        <p:nvSpPr>
          <p:cNvPr id="6154" name="Rectangle 10"/>
          <p:cNvSpPr>
            <a:spLocks noGrp="1" noChangeArrowheads="1"/>
          </p:cNvSpPr>
          <p:nvPr>
            <p:ph type="sldNum" sz="quarter" idx="4"/>
          </p:nvPr>
        </p:nvSpPr>
        <p:spPr bwMode="auto">
          <a:xfrm>
            <a:off x="84138" y="63436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spAutoFit/>
          </a:bodyPr>
          <a:lstStyle>
            <a:lvl1pPr>
              <a:defRPr sz="2600" b="1">
                <a:solidFill>
                  <a:schemeClr val="bg1"/>
                </a:solidFill>
                <a:latin typeface="+mj-lt"/>
              </a:defRPr>
            </a:lvl1pPr>
          </a:lstStyle>
          <a:p>
            <a:fld id="{689A7716-098B-48AF-B025-05E4118F93D5}" type="slidenum">
              <a:rPr lang="en-CA"/>
              <a:pPr/>
              <a:t>‹#›</a:t>
            </a:fld>
            <a:endParaRPr lang="en-CA"/>
          </a:p>
        </p:txBody>
      </p:sp>
      <p:grpSp>
        <p:nvGrpSpPr>
          <p:cNvPr id="6155" name="Group 11"/>
          <p:cNvGrpSpPr>
            <a:grpSpLocks/>
          </p:cNvGrpSpPr>
          <p:nvPr/>
        </p:nvGrpSpPr>
        <p:grpSpPr bwMode="auto">
          <a:xfrm>
            <a:off x="228600" y="1981200"/>
            <a:ext cx="7391400" cy="319088"/>
            <a:chOff x="144" y="1248"/>
            <a:chExt cx="4656" cy="201"/>
          </a:xfrm>
        </p:grpSpPr>
        <p:sp>
          <p:nvSpPr>
            <p:cNvPr id="6156" name="AutoShape 12"/>
            <p:cNvSpPr>
              <a:spLocks noChangeArrowheads="1"/>
            </p:cNvSpPr>
            <p:nvPr/>
          </p:nvSpPr>
          <p:spPr bwMode="auto">
            <a:xfrm>
              <a:off x="384" y="1248"/>
              <a:ext cx="4416" cy="200"/>
            </a:xfrm>
            <a:prstGeom prst="roundRect">
              <a:avLst>
                <a:gd name="adj" fmla="val 0"/>
              </a:avLst>
            </a:prstGeom>
            <a:solidFill>
              <a:schemeClr val="bg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7" name="AutoShape 13"/>
            <p:cNvSpPr>
              <a:spLocks noChangeArrowheads="1"/>
            </p:cNvSpPr>
            <p:nvPr/>
          </p:nvSpPr>
          <p:spPr bwMode="auto">
            <a:xfrm flipH="1">
              <a:off x="144" y="1248"/>
              <a:ext cx="248" cy="201"/>
            </a:xfrm>
            <a:prstGeom prst="flowChartDelay">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 bg1="lt1" tx1="dk1" bg2="lt2" tx2="dk2" accent1="accent1" accent2="accent2" accent3="accent3" accent4="accent4" accent5="accent5" accent6="accent6" hlink="hlink" folHlink="folHlink"/>
  <p:sldLayoutIdLst>
    <p:sldLayoutId id="2147485960" r:id="rId1"/>
    <p:sldLayoutId id="2147485961" r:id="rId2"/>
    <p:sldLayoutId id="2147485962" r:id="rId3"/>
    <p:sldLayoutId id="2147485963" r:id="rId4"/>
    <p:sldLayoutId id="2147485964" r:id="rId5"/>
    <p:sldLayoutId id="2147485965" r:id="rId6"/>
    <p:sldLayoutId id="2147485966" r:id="rId7"/>
    <p:sldLayoutId id="2147485967" r:id="rId8"/>
    <p:sldLayoutId id="2147485968" r:id="rId9"/>
    <p:sldLayoutId id="2147485969" r:id="rId10"/>
    <p:sldLayoutId id="2147485970" r:id="rId11"/>
    <p:sldLayoutId id="2147485971" r:id="rId12"/>
    <p:sldLayoutId id="2147485972" r:id="rId13"/>
    <p:sldLayoutId id="2147485973" r:id="rId14"/>
    <p:sldLayoutId id="2147485974" r:id="rId15"/>
    <p:sldLayoutId id="2147485975" r:id="rId16"/>
    <p:sldLayoutId id="2147485976" r:id="rId17"/>
    <p:sldLayoutId id="2147485977" r:id="rId18"/>
    <p:sldLayoutId id="2147485978" r:id="rId19"/>
    <p:sldLayoutId id="2147485979" r:id="rId20"/>
    <p:sldLayoutId id="2147485980" r:id="rId21"/>
    <p:sldLayoutId id="2147485981" r:id="rId22"/>
  </p:sldLayoutIdLst>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ChangeArrowheads="1"/>
          </p:cNvSpPr>
          <p:nvPr/>
        </p:nvSpPr>
        <p:spPr bwMode="hidden">
          <a:xfrm>
            <a:off x="152400" y="0"/>
            <a:ext cx="1447800" cy="685800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4099" name="Rectangle 3"/>
          <p:cNvSpPr>
            <a:spLocks noChangeArrowheads="1"/>
          </p:cNvSpPr>
          <p:nvPr/>
        </p:nvSpPr>
        <p:spPr bwMode="hidden">
          <a:xfrm>
            <a:off x="1676400" y="0"/>
            <a:ext cx="7467600" cy="1219200"/>
          </a:xfrm>
          <a:prstGeom prst="rect">
            <a:avLst/>
          </a:prstGeom>
          <a:gradFill rotWithShape="0">
            <a:gsLst>
              <a:gs pos="0">
                <a:schemeClr val="bg2"/>
              </a:gs>
              <a:gs pos="100000">
                <a:schemeClr val="bg1"/>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4100" name="Rectangle 4" descr="Stationery"/>
          <p:cNvSpPr>
            <a:spLocks noChangeArrowheads="1"/>
          </p:cNvSpPr>
          <p:nvPr/>
        </p:nvSpPr>
        <p:spPr bwMode="auto">
          <a:xfrm>
            <a:off x="457200" y="0"/>
            <a:ext cx="1219200" cy="762000"/>
          </a:xfrm>
          <a:prstGeom prst="rect">
            <a:avLst/>
          </a:prstGeom>
          <a:blipFill dpi="0" rotWithShape="0">
            <a:blip r:embed="rId1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4101" name="Rectangle 5" descr="Stationery"/>
          <p:cNvSpPr>
            <a:spLocks noChangeArrowheads="1"/>
          </p:cNvSpPr>
          <p:nvPr/>
        </p:nvSpPr>
        <p:spPr bwMode="auto">
          <a:xfrm>
            <a:off x="0" y="0"/>
            <a:ext cx="457200" cy="6858000"/>
          </a:xfrm>
          <a:prstGeom prst="rect">
            <a:avLst/>
          </a:prstGeom>
          <a:blipFill dpi="0" rotWithShape="0">
            <a:blip r:embed="rId1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4102" name="Rectangle 6"/>
          <p:cNvSpPr>
            <a:spLocks noGrp="1" noChangeArrowheads="1"/>
          </p:cNvSpPr>
          <p:nvPr>
            <p:ph type="title"/>
          </p:nvPr>
        </p:nvSpPr>
        <p:spPr bwMode="auto">
          <a:xfrm>
            <a:off x="1066800" y="838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en-US" smtClean="0"/>
          </a:p>
        </p:txBody>
      </p:sp>
      <p:sp>
        <p:nvSpPr>
          <p:cNvPr id="4103" name="Rectangle 7"/>
          <p:cNvSpPr>
            <a:spLocks noGrp="1" noChangeArrowheads="1"/>
          </p:cNvSpPr>
          <p:nvPr>
            <p:ph type="dt" sz="half" idx="2"/>
          </p:nvPr>
        </p:nvSpPr>
        <p:spPr bwMode="auto">
          <a:xfrm>
            <a:off x="1066800" y="64135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solidFill>
                  <a:schemeClr val="tx2"/>
                </a:solidFill>
              </a:defRPr>
            </a:lvl1pPr>
          </a:lstStyle>
          <a:p>
            <a:endParaRPr lang="en-US"/>
          </a:p>
        </p:txBody>
      </p:sp>
      <p:sp>
        <p:nvSpPr>
          <p:cNvPr id="4104" name="Rectangle 8"/>
          <p:cNvSpPr>
            <a:spLocks noGrp="1" noChangeArrowheads="1"/>
          </p:cNvSpPr>
          <p:nvPr>
            <p:ph type="ftr" sz="quarter" idx="3"/>
          </p:nvPr>
        </p:nvSpPr>
        <p:spPr bwMode="auto">
          <a:xfrm>
            <a:off x="3429000" y="64135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solidFill>
                  <a:schemeClr val="tx2"/>
                </a:solidFill>
              </a:defRPr>
            </a:lvl1pPr>
          </a:lstStyle>
          <a:p>
            <a:endParaRPr lang="en-US"/>
          </a:p>
        </p:txBody>
      </p:sp>
      <p:pic>
        <p:nvPicPr>
          <p:cNvPr id="4105" name="Picture 9" descr="anabnr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28725" y="0"/>
            <a:ext cx="7915275" cy="754063"/>
          </a:xfrm>
          <a:prstGeom prst="rect">
            <a:avLst/>
          </a:prstGeom>
          <a:noFill/>
          <a:extLst>
            <a:ext uri="{909E8E84-426E-40DD-AFC4-6F175D3DCCD1}">
              <a14:hiddenFill xmlns:a14="http://schemas.microsoft.com/office/drawing/2010/main">
                <a:solidFill>
                  <a:srgbClr val="FFFFFF"/>
                </a:solidFill>
              </a14:hiddenFill>
            </a:ext>
          </a:extLst>
        </p:spPr>
      </p:pic>
      <p:sp>
        <p:nvSpPr>
          <p:cNvPr id="4106" name="Rectangle 10"/>
          <p:cNvSpPr>
            <a:spLocks noChangeArrowheads="1"/>
          </p:cNvSpPr>
          <p:nvPr/>
        </p:nvSpPr>
        <p:spPr bwMode="auto">
          <a:xfrm>
            <a:off x="304800" y="457200"/>
            <a:ext cx="2514600" cy="304800"/>
          </a:xfrm>
          <a:prstGeom prst="rect">
            <a:avLst/>
          </a:prstGeom>
          <a:solidFill>
            <a:schemeClr val="accent2">
              <a:alpha val="5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p>
        </p:txBody>
      </p:sp>
      <p:sp>
        <p:nvSpPr>
          <p:cNvPr id="4107" name="Rectangle 11"/>
          <p:cNvSpPr>
            <a:spLocks noGrp="1" noChangeArrowheads="1"/>
          </p:cNvSpPr>
          <p:nvPr>
            <p:ph type="sldNum" sz="quarter" idx="4"/>
          </p:nvPr>
        </p:nvSpPr>
        <p:spPr bwMode="auto">
          <a:xfrm>
            <a:off x="8229600" y="64135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a:solidFill>
                  <a:schemeClr val="tx2"/>
                </a:solidFill>
              </a:defRPr>
            </a:lvl1pPr>
          </a:lstStyle>
          <a:p>
            <a:fld id="{A8A6AE5E-E1BF-4506-AA81-9A5E722D50C0}" type="slidenum">
              <a:rPr lang="en-US"/>
              <a:pPr/>
              <a:t>‹#›</a:t>
            </a:fld>
            <a:endParaRPr lang="en-US" sz="1400"/>
          </a:p>
        </p:txBody>
      </p:sp>
      <p:sp>
        <p:nvSpPr>
          <p:cNvPr id="4108" name="Rectangle 12"/>
          <p:cNvSpPr>
            <a:spLocks noGrp="1" noChangeArrowheads="1"/>
          </p:cNvSpPr>
          <p:nvPr>
            <p:ph type="body" idx="1"/>
          </p:nvPr>
        </p:nvSpPr>
        <p:spPr bwMode="auto">
          <a:xfrm>
            <a:off x="1066800" y="21018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Tree>
  </p:cSld>
  <p:clrMap bg1="dk2" tx1="lt1" bg2="dk1" tx2="lt2" accent1="accent1" accent2="accent2" accent3="accent3" accent4="accent4" accent5="accent5" accent6="accent6" hlink="hlink" folHlink="folHlink"/>
  <p:sldLayoutIdLst>
    <p:sldLayoutId id="2147486009" r:id="rId1"/>
    <p:sldLayoutId id="2147486010" r:id="rId2"/>
    <p:sldLayoutId id="2147486011" r:id="rId3"/>
    <p:sldLayoutId id="2147486012" r:id="rId4"/>
    <p:sldLayoutId id="2147486013" r:id="rId5"/>
    <p:sldLayoutId id="2147486014" r:id="rId6"/>
    <p:sldLayoutId id="2147486015" r:id="rId7"/>
    <p:sldLayoutId id="2147486016" r:id="rId8"/>
    <p:sldLayoutId id="2147486017" r:id="rId9"/>
    <p:sldLayoutId id="2147486018" r:id="rId10"/>
    <p:sldLayoutId id="2147486019" r:id="rId11"/>
    <p:sldLayoutId id="2147486020" r:id="rId12"/>
    <p:sldLayoutId id="2147486021"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imes New Roman" charset="0"/>
        </a:defRPr>
      </a:lvl2pPr>
      <a:lvl3pPr algn="l" rtl="0" eaLnBrk="1" fontAlgn="base" hangingPunct="1">
        <a:spcBef>
          <a:spcPct val="0"/>
        </a:spcBef>
        <a:spcAft>
          <a:spcPct val="0"/>
        </a:spcAft>
        <a:defRPr sz="4400">
          <a:solidFill>
            <a:schemeClr val="tx2"/>
          </a:solidFill>
          <a:latin typeface="Times New Roman" charset="0"/>
        </a:defRPr>
      </a:lvl3pPr>
      <a:lvl4pPr algn="l" rtl="0" eaLnBrk="1" fontAlgn="base" hangingPunct="1">
        <a:spcBef>
          <a:spcPct val="0"/>
        </a:spcBef>
        <a:spcAft>
          <a:spcPct val="0"/>
        </a:spcAft>
        <a:defRPr sz="4400">
          <a:solidFill>
            <a:schemeClr val="tx2"/>
          </a:solidFill>
          <a:latin typeface="Times New Roman" charset="0"/>
        </a:defRPr>
      </a:lvl4pPr>
      <a:lvl5pPr algn="l" rtl="0" eaLnBrk="1" fontAlgn="base" hangingPunct="1">
        <a:spcBef>
          <a:spcPct val="0"/>
        </a:spcBef>
        <a:spcAft>
          <a:spcPct val="0"/>
        </a:spcAft>
        <a:defRPr sz="4400">
          <a:solidFill>
            <a:schemeClr val="tx2"/>
          </a:solidFill>
          <a:latin typeface="Times New Roman" charset="0"/>
        </a:defRPr>
      </a:lvl5pPr>
      <a:lvl6pPr marL="457200" algn="l" rtl="0" eaLnBrk="1" fontAlgn="base" hangingPunct="1">
        <a:spcBef>
          <a:spcPct val="0"/>
        </a:spcBef>
        <a:spcAft>
          <a:spcPct val="0"/>
        </a:spcAft>
        <a:defRPr sz="4400">
          <a:solidFill>
            <a:schemeClr val="tx2"/>
          </a:solidFill>
          <a:latin typeface="Times New Roman" charset="0"/>
        </a:defRPr>
      </a:lvl6pPr>
      <a:lvl7pPr marL="914400" algn="l" rtl="0" eaLnBrk="1" fontAlgn="base" hangingPunct="1">
        <a:spcBef>
          <a:spcPct val="0"/>
        </a:spcBef>
        <a:spcAft>
          <a:spcPct val="0"/>
        </a:spcAft>
        <a:defRPr sz="4400">
          <a:solidFill>
            <a:schemeClr val="tx2"/>
          </a:solidFill>
          <a:latin typeface="Times New Roman" charset="0"/>
        </a:defRPr>
      </a:lvl7pPr>
      <a:lvl8pPr marL="1371600" algn="l" rtl="0" eaLnBrk="1" fontAlgn="base" hangingPunct="1">
        <a:spcBef>
          <a:spcPct val="0"/>
        </a:spcBef>
        <a:spcAft>
          <a:spcPct val="0"/>
        </a:spcAft>
        <a:defRPr sz="4400">
          <a:solidFill>
            <a:schemeClr val="tx2"/>
          </a:solidFill>
          <a:latin typeface="Times New Roman" charset="0"/>
        </a:defRPr>
      </a:lvl8pPr>
      <a:lvl9pPr marL="1828800" algn="l" rtl="0" eaLnBrk="1" fontAlgn="base" hangingPunct="1">
        <a:spcBef>
          <a:spcPct val="0"/>
        </a:spcBef>
        <a:spcAft>
          <a:spcPct val="0"/>
        </a:spcAft>
        <a:defRPr sz="4400">
          <a:solidFill>
            <a:schemeClr val="tx2"/>
          </a:solidFill>
          <a:latin typeface="Times New Roman" charset="0"/>
        </a:defRPr>
      </a:lvl9pPr>
    </p:titleStyle>
    <p:bodyStyle>
      <a:lvl1pPr marL="457200" indent="-457200" algn="l" rtl="0" eaLnBrk="1" fontAlgn="base" hangingPunct="1">
        <a:spcBef>
          <a:spcPct val="20000"/>
        </a:spcBef>
        <a:spcAft>
          <a:spcPct val="0"/>
        </a:spcAft>
        <a:buClr>
          <a:srgbClr val="A50021"/>
        </a:buClr>
        <a:buSzPct val="75000"/>
        <a:buFont typeface="Wingdings" pitchFamily="2" charset="2"/>
        <a:buChar char="n"/>
        <a:defRPr sz="3200">
          <a:solidFill>
            <a:schemeClr val="tx1"/>
          </a:solidFill>
          <a:latin typeface="+mn-lt"/>
          <a:ea typeface="+mn-ea"/>
          <a:cs typeface="+mn-cs"/>
        </a:defRPr>
      </a:lvl1pPr>
      <a:lvl2pPr marL="1027113" indent="-455613" algn="l" rtl="0" eaLnBrk="1" fontAlgn="base" hangingPunct="1">
        <a:spcBef>
          <a:spcPct val="20000"/>
        </a:spcBef>
        <a:spcAft>
          <a:spcPct val="0"/>
        </a:spcAft>
        <a:buClr>
          <a:schemeClr val="accent2"/>
        </a:buClr>
        <a:buSzPct val="75000"/>
        <a:buFont typeface="Wingdings" pitchFamily="2" charset="2"/>
        <a:buChar char="n"/>
        <a:defRPr sz="2800">
          <a:solidFill>
            <a:schemeClr val="tx1"/>
          </a:solidFill>
          <a:latin typeface="+mn-lt"/>
        </a:defRPr>
      </a:lvl2pPr>
      <a:lvl3pPr marL="1370013" indent="-228600" algn="l" rtl="0" eaLnBrk="1" fontAlgn="base" hangingPunct="1">
        <a:spcBef>
          <a:spcPct val="20000"/>
        </a:spcBef>
        <a:spcAft>
          <a:spcPct val="0"/>
        </a:spcAft>
        <a:buClr>
          <a:srgbClr val="666699"/>
        </a:buClr>
        <a:buSzPct val="70000"/>
        <a:buFont typeface="Wingdings" pitchFamily="2" charset="2"/>
        <a:buChar char="n"/>
        <a:defRPr sz="2400">
          <a:solidFill>
            <a:schemeClr val="tx1"/>
          </a:solidFill>
          <a:latin typeface="+mn-lt"/>
        </a:defRPr>
      </a:lvl3pPr>
      <a:lvl4pPr marL="1712913" indent="-228600" algn="l" rtl="0" eaLnBrk="1" fontAlgn="base" hangingPunct="1">
        <a:spcBef>
          <a:spcPct val="20000"/>
        </a:spcBef>
        <a:spcAft>
          <a:spcPct val="0"/>
        </a:spcAft>
        <a:buSzPct val="60000"/>
        <a:buFont typeface="Wingdings" pitchFamily="2" charset="2"/>
        <a:buChar char="n"/>
        <a:defRPr sz="2000">
          <a:solidFill>
            <a:schemeClr val="tx1"/>
          </a:solidFill>
          <a:latin typeface="+mn-lt"/>
        </a:defRPr>
      </a:lvl4pPr>
      <a:lvl5pPr marL="2057400" indent="-228600" algn="l" rtl="0" eaLnBrk="1" fontAlgn="base" hangingPunct="1">
        <a:spcBef>
          <a:spcPct val="20000"/>
        </a:spcBef>
        <a:spcAft>
          <a:spcPct val="0"/>
        </a:spcAft>
        <a:buClr>
          <a:schemeClr val="hlink"/>
        </a:buClr>
        <a:buSzPct val="55000"/>
        <a:buFont typeface="Wingdings" pitchFamily="2" charset="2"/>
        <a:buChar char="n"/>
        <a:defRPr sz="2000">
          <a:solidFill>
            <a:schemeClr val="tx1"/>
          </a:solidFill>
          <a:latin typeface="+mn-lt"/>
        </a:defRPr>
      </a:lvl5pPr>
      <a:lvl6pPr marL="2514600" indent="-228600" algn="l" rtl="0" eaLnBrk="1" fontAlgn="base" hangingPunct="1">
        <a:spcBef>
          <a:spcPct val="20000"/>
        </a:spcBef>
        <a:spcAft>
          <a:spcPct val="0"/>
        </a:spcAft>
        <a:buClr>
          <a:schemeClr val="hlink"/>
        </a:buClr>
        <a:buSzPct val="55000"/>
        <a:buFont typeface="Wingdings" pitchFamily="2" charset="2"/>
        <a:buChar char="n"/>
        <a:defRPr sz="2000">
          <a:solidFill>
            <a:schemeClr val="tx1"/>
          </a:solidFill>
          <a:latin typeface="+mn-lt"/>
        </a:defRPr>
      </a:lvl6pPr>
      <a:lvl7pPr marL="2971800" indent="-228600" algn="l" rtl="0" eaLnBrk="1" fontAlgn="base" hangingPunct="1">
        <a:spcBef>
          <a:spcPct val="20000"/>
        </a:spcBef>
        <a:spcAft>
          <a:spcPct val="0"/>
        </a:spcAft>
        <a:buClr>
          <a:schemeClr val="hlink"/>
        </a:buClr>
        <a:buSzPct val="55000"/>
        <a:buFont typeface="Wingdings" pitchFamily="2" charset="2"/>
        <a:buChar char="n"/>
        <a:defRPr sz="2000">
          <a:solidFill>
            <a:schemeClr val="tx1"/>
          </a:solidFill>
          <a:latin typeface="+mn-lt"/>
        </a:defRPr>
      </a:lvl7pPr>
      <a:lvl8pPr marL="3429000" indent="-228600" algn="l" rtl="0" eaLnBrk="1" fontAlgn="base" hangingPunct="1">
        <a:spcBef>
          <a:spcPct val="20000"/>
        </a:spcBef>
        <a:spcAft>
          <a:spcPct val="0"/>
        </a:spcAft>
        <a:buClr>
          <a:schemeClr val="hlink"/>
        </a:buClr>
        <a:buSzPct val="55000"/>
        <a:buFont typeface="Wingdings" pitchFamily="2" charset="2"/>
        <a:buChar char="n"/>
        <a:defRPr sz="2000">
          <a:solidFill>
            <a:schemeClr val="tx1"/>
          </a:solidFill>
          <a:latin typeface="+mn-lt"/>
        </a:defRPr>
      </a:lvl8pPr>
      <a:lvl9pPr marL="3886200" indent="-228600" algn="l" rtl="0" eaLnBrk="1" fontAlgn="base" hangingPunct="1">
        <a:spcBef>
          <a:spcPct val="20000"/>
        </a:spcBef>
        <a:spcAft>
          <a:spcPct val="0"/>
        </a:spcAft>
        <a:buClr>
          <a:schemeClr val="hlink"/>
        </a:buClr>
        <a:buSzPct val="55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7.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9.xml"/></Relationships>
</file>

<file path=ppt/slides/_rels/slide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8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9.xml"/></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8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9.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8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9.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8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logo1"/>
          <p:cNvPicPr>
            <a:picLocks noChangeAspect="1" noChangeArrowheads="1"/>
          </p:cNvPicPr>
          <p:nvPr/>
        </p:nvPicPr>
        <p:blipFill>
          <a:blip r:embed="rId3" cstate="print"/>
          <a:srcRect/>
          <a:stretch>
            <a:fillRect/>
          </a:stretch>
        </p:blipFill>
        <p:spPr bwMode="auto">
          <a:xfrm>
            <a:off x="0" y="413792"/>
            <a:ext cx="1143000" cy="1143000"/>
          </a:xfrm>
          <a:prstGeom prst="rect">
            <a:avLst/>
          </a:prstGeom>
          <a:noFill/>
          <a:ln w="9525">
            <a:noFill/>
            <a:miter lim="800000"/>
            <a:headEnd/>
            <a:tailEnd/>
          </a:ln>
        </p:spPr>
      </p:pic>
      <p:pic>
        <p:nvPicPr>
          <p:cNvPr id="16387" name="Picture 3" descr="strip1"/>
          <p:cNvPicPr>
            <a:picLocks noChangeAspect="1" noChangeArrowheads="1"/>
          </p:cNvPicPr>
          <p:nvPr/>
        </p:nvPicPr>
        <p:blipFill>
          <a:blip r:embed="rId4" cstate="print"/>
          <a:srcRect/>
          <a:stretch>
            <a:fillRect/>
          </a:stretch>
        </p:blipFill>
        <p:spPr bwMode="auto">
          <a:xfrm>
            <a:off x="1066800" y="947192"/>
            <a:ext cx="7620000" cy="76200"/>
          </a:xfrm>
          <a:prstGeom prst="rect">
            <a:avLst/>
          </a:prstGeom>
          <a:noFill/>
          <a:ln w="9525">
            <a:noFill/>
            <a:miter lim="800000"/>
            <a:headEnd/>
            <a:tailEnd/>
          </a:ln>
        </p:spPr>
      </p:pic>
      <p:sp>
        <p:nvSpPr>
          <p:cNvPr id="3076" name="Rectangle 5"/>
          <p:cNvSpPr>
            <a:spLocks noChangeArrowheads="1"/>
          </p:cNvSpPr>
          <p:nvPr/>
        </p:nvSpPr>
        <p:spPr bwMode="auto">
          <a:xfrm>
            <a:off x="1319942" y="76200"/>
            <a:ext cx="7024836" cy="792088"/>
          </a:xfrm>
          <a:prstGeom prst="rect">
            <a:avLst/>
          </a:prstGeom>
          <a:solidFill>
            <a:srgbClr val="FFFFFF"/>
          </a:solidFill>
          <a:ln w="9525">
            <a:noFill/>
            <a:miter lim="800000"/>
            <a:headEnd/>
            <a:tailEnd/>
          </a:ln>
        </p:spPr>
        <p:txBody>
          <a:bodyPr anchor="ctr"/>
          <a:lstStyle/>
          <a:p>
            <a:pPr algn="ctr" eaLnBrk="0" fontAlgn="auto" hangingPunct="0">
              <a:spcBef>
                <a:spcPts val="0"/>
              </a:spcBef>
              <a:spcAft>
                <a:spcPts val="0"/>
              </a:spcAft>
              <a:defRPr/>
            </a:pPr>
            <a:r>
              <a:rPr lang="en-US" sz="2800" b="1" dirty="0" smtClean="0">
                <a:solidFill>
                  <a:srgbClr val="00B0F0"/>
                </a:solidFill>
                <a:latin typeface="Verdana" pitchFamily="34" charset="0"/>
                <a:cs typeface="+mn-cs"/>
              </a:rPr>
              <a:t>StudyMafia</a:t>
            </a:r>
            <a:r>
              <a:rPr lang="en-US" sz="2800" b="1" dirty="0" smtClean="0">
                <a:solidFill>
                  <a:schemeClr val="bg2">
                    <a:lumMod val="75000"/>
                    <a:lumOff val="25000"/>
                  </a:schemeClr>
                </a:solidFill>
                <a:latin typeface="Verdana" pitchFamily="34" charset="0"/>
                <a:cs typeface="+mn-cs"/>
              </a:rPr>
              <a:t>.Org</a:t>
            </a:r>
            <a:endParaRPr lang="en-US" sz="2800" b="1" dirty="0">
              <a:solidFill>
                <a:schemeClr val="bg2">
                  <a:lumMod val="75000"/>
                  <a:lumOff val="25000"/>
                </a:schemeClr>
              </a:solidFill>
              <a:latin typeface="Tahoma" pitchFamily="34" charset="0"/>
              <a:cs typeface="+mn-cs"/>
            </a:endParaRPr>
          </a:p>
        </p:txBody>
      </p:sp>
      <p:sp>
        <p:nvSpPr>
          <p:cNvPr id="16389" name="Text Box 9"/>
          <p:cNvSpPr txBox="1">
            <a:spLocks noChangeArrowheads="1"/>
          </p:cNvSpPr>
          <p:nvPr/>
        </p:nvSpPr>
        <p:spPr bwMode="auto">
          <a:xfrm>
            <a:off x="1219200" y="5297269"/>
            <a:ext cx="7151712" cy="646331"/>
          </a:xfrm>
          <a:prstGeom prst="rect">
            <a:avLst/>
          </a:prstGeom>
          <a:noFill/>
          <a:ln w="9525">
            <a:noFill/>
            <a:miter lim="800000"/>
            <a:headEnd/>
            <a:tailEnd/>
          </a:ln>
        </p:spPr>
        <p:txBody>
          <a:bodyPr wrap="square">
            <a:spAutoFit/>
          </a:bodyPr>
          <a:lstStyle/>
          <a:p>
            <a:pPr eaLnBrk="0" hangingPunct="0">
              <a:spcBef>
                <a:spcPct val="50000"/>
              </a:spcBef>
            </a:pPr>
            <a:r>
              <a:rPr lang="en-US" b="1" dirty="0" smtClean="0">
                <a:latin typeface="Times New Roman" pitchFamily="18" charset="0"/>
                <a:cs typeface="Times New Roman" pitchFamily="18" charset="0"/>
              </a:rPr>
              <a:t>Submitted </a:t>
            </a:r>
            <a:r>
              <a:rPr lang="en-US" b="1" dirty="0">
                <a:latin typeface="Times New Roman" pitchFamily="18" charset="0"/>
                <a:cs typeface="Times New Roman" pitchFamily="18" charset="0"/>
              </a:rPr>
              <a:t>To:	 </a:t>
            </a:r>
            <a:r>
              <a:rPr lang="en-US"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                 Submitted </a:t>
            </a:r>
            <a:r>
              <a:rPr lang="en-US" b="1" dirty="0">
                <a:latin typeface="Times New Roman" pitchFamily="18" charset="0"/>
                <a:cs typeface="Times New Roman" pitchFamily="18" charset="0"/>
              </a:rPr>
              <a:t>By:</a:t>
            </a:r>
          </a:p>
          <a:p>
            <a:pPr eaLnBrk="0" hangingPunct="0"/>
            <a:r>
              <a:rPr lang="en-US" b="1" dirty="0">
                <a:latin typeface="Times New Roman" pitchFamily="18" charset="0"/>
                <a:cs typeface="Times New Roman" pitchFamily="18" charset="0"/>
              </a:rPr>
              <a:t>S</a:t>
            </a:r>
            <a:r>
              <a:rPr lang="en-US" b="1" dirty="0" smtClean="0">
                <a:latin typeface="Times New Roman" pitchFamily="18" charset="0"/>
                <a:cs typeface="Times New Roman" pitchFamily="18" charset="0"/>
              </a:rPr>
              <a:t>tudymafia.org                                               </a:t>
            </a:r>
            <a:r>
              <a:rPr lang="en-US" b="1" dirty="0" smtClean="0">
                <a:latin typeface="Times New Roman" pitchFamily="18" charset="0"/>
                <a:cs typeface="Times New Roman" pitchFamily="18" charset="0"/>
              </a:rPr>
              <a:t>               Studymafia.org               </a:t>
            </a:r>
            <a:endParaRPr lang="en-US" b="1" dirty="0">
              <a:latin typeface="Times New Roman" pitchFamily="18" charset="0"/>
              <a:cs typeface="Times New Roman" pitchFamily="18" charset="0"/>
            </a:endParaRPr>
          </a:p>
        </p:txBody>
      </p:sp>
      <p:sp>
        <p:nvSpPr>
          <p:cNvPr id="8" name="Rectangle 7"/>
          <p:cNvSpPr/>
          <p:nvPr/>
        </p:nvSpPr>
        <p:spPr>
          <a:xfrm>
            <a:off x="2275359" y="2209800"/>
            <a:ext cx="5039841" cy="830997"/>
          </a:xfrm>
          <a:prstGeom prst="rect">
            <a:avLst/>
          </a:prstGeom>
          <a:noFill/>
        </p:spPr>
        <p:txBody>
          <a:bodyPr wrap="none">
            <a:spAutoFit/>
          </a:bodyPr>
          <a:lstStyle/>
          <a:p>
            <a:pPr algn="ctr" fontAlgn="auto">
              <a:spcBef>
                <a:spcPts val="0"/>
              </a:spcBef>
              <a:spcAft>
                <a:spcPts val="0"/>
              </a:spcAft>
              <a:defRPr/>
            </a:pPr>
            <a:r>
              <a:rPr lang="en-US" altLang="en-US" sz="4800" b="1" dirty="0" smtClean="0">
                <a:latin typeface="Times New Roman" pitchFamily="18" charset="0"/>
                <a:cs typeface="Times New Roman" pitchFamily="18" charset="0"/>
              </a:rPr>
              <a:t>Web-</a:t>
            </a:r>
            <a:r>
              <a:rPr lang="en-US" altLang="en-US" sz="4800" b="1" dirty="0" smtClean="0">
                <a:solidFill>
                  <a:srgbClr val="FFFF00"/>
                </a:solidFill>
                <a:latin typeface="Times New Roman" pitchFamily="18" charset="0"/>
                <a:cs typeface="Times New Roman" pitchFamily="18" charset="0"/>
              </a:rPr>
              <a:t>Development</a:t>
            </a:r>
            <a:endParaRPr lang="en-US" sz="4800" b="1" spc="300" dirty="0">
              <a:ln w="11430" cmpd="sng">
                <a:solidFill>
                  <a:schemeClr val="accent1">
                    <a:tint val="10000"/>
                  </a:schemeClr>
                </a:solidFill>
                <a:prstDash val="solid"/>
                <a:miter lim="800000"/>
              </a:ln>
              <a:solidFill>
                <a:srgbClr val="FFFF00"/>
              </a:solidFill>
              <a:effectLst>
                <a:glow rad="45500">
                  <a:schemeClr val="accent1">
                    <a:satMod val="220000"/>
                    <a:alpha val="35000"/>
                  </a:schemeClr>
                </a:glow>
              </a:effectLst>
            </a:endParaRPr>
          </a:p>
        </p:txBody>
      </p:sp>
    </p:spTree>
    <p:extLst>
      <p:ext uri="{BB962C8B-B14F-4D97-AF65-F5344CB8AC3E}">
        <p14:creationId xmlns:p14="http://schemas.microsoft.com/office/powerpoint/2010/main" val="138134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Box 6"/>
          <p:cNvSpPr txBox="1">
            <a:spLocks noChangeArrowheads="1"/>
          </p:cNvSpPr>
          <p:nvPr/>
        </p:nvSpPr>
        <p:spPr bwMode="auto">
          <a:xfrm>
            <a:off x="2206625" y="801469"/>
            <a:ext cx="47402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sz="3600" dirty="0" smtClean="0">
                <a:solidFill>
                  <a:schemeClr val="tx2"/>
                </a:solidFill>
                <a:latin typeface="Times New Roman" pitchFamily="18" charset="0"/>
                <a:cs typeface="Times New Roman" pitchFamily="18" charset="0"/>
              </a:rPr>
              <a:t>Table Contents</a:t>
            </a:r>
            <a:endParaRPr lang="en-US" altLang="en-US" sz="3600" dirty="0">
              <a:solidFill>
                <a:schemeClr val="tx2"/>
              </a:solidFill>
              <a:latin typeface="Times New Roman" pitchFamily="18" charset="0"/>
              <a:cs typeface="Times New Roman" pitchFamily="18" charset="0"/>
            </a:endParaRPr>
          </a:p>
        </p:txBody>
      </p:sp>
      <p:cxnSp>
        <p:nvCxnSpPr>
          <p:cNvPr id="8" name="Straight Connector 7"/>
          <p:cNvCxnSpPr/>
          <p:nvPr/>
        </p:nvCxnSpPr>
        <p:spPr>
          <a:xfrm>
            <a:off x="555625" y="14478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71685" name="Content Placeholder 2"/>
          <p:cNvSpPr txBox="1">
            <a:spLocks/>
          </p:cNvSpPr>
          <p:nvPr/>
        </p:nvSpPr>
        <p:spPr bwMode="auto">
          <a:xfrm>
            <a:off x="533400" y="1676400"/>
            <a:ext cx="82296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Clr>
                <a:srgbClr val="0039A6"/>
              </a:buClr>
              <a:buFont typeface="Arial" charset="0"/>
              <a:buChar char="•"/>
            </a:pPr>
            <a:r>
              <a:rPr lang="en-US" altLang="en-US" sz="2600" dirty="0" smtClean="0">
                <a:latin typeface="Times New Roman" pitchFamily="18" charset="0"/>
                <a:cs typeface="Times New Roman" pitchFamily="18" charset="0"/>
              </a:rPr>
              <a:t>Definition</a:t>
            </a:r>
            <a:endParaRPr lang="en-US" altLang="en-US" sz="2600" dirty="0">
              <a:latin typeface="Times New Roman" pitchFamily="18" charset="0"/>
              <a:cs typeface="Times New Roman" pitchFamily="18" charset="0"/>
            </a:endParaRPr>
          </a:p>
          <a:p>
            <a:pPr lvl="1" eaLnBrk="1" hangingPunct="1">
              <a:buClr>
                <a:srgbClr val="0039A6"/>
              </a:buClr>
              <a:buFont typeface="Arial" charset="0"/>
              <a:buChar char="•"/>
            </a:pPr>
            <a:r>
              <a:rPr lang="en-US" altLang="en-US" sz="2600" dirty="0" smtClean="0">
                <a:latin typeface="Times New Roman" pitchFamily="18" charset="0"/>
                <a:cs typeface="Times New Roman" pitchFamily="18" charset="0"/>
              </a:rPr>
              <a:t>Introduction</a:t>
            </a:r>
          </a:p>
          <a:p>
            <a:pPr lvl="1" eaLnBrk="1" hangingPunct="1">
              <a:buClr>
                <a:srgbClr val="0039A6"/>
              </a:buClr>
              <a:buFont typeface="Arial" charset="0"/>
              <a:buChar char="•"/>
            </a:pPr>
            <a:r>
              <a:rPr lang="en-US" altLang="en-US" sz="2600" dirty="0" smtClean="0">
                <a:latin typeface="Times New Roman" pitchFamily="18" charset="0"/>
                <a:cs typeface="Times New Roman" pitchFamily="18" charset="0"/>
              </a:rPr>
              <a:t>Classification</a:t>
            </a:r>
            <a:endParaRPr lang="en-US" sz="2400" dirty="0" smtClean="0">
              <a:latin typeface="Times New Roman" pitchFamily="18" charset="0"/>
              <a:cs typeface="Times New Roman" pitchFamily="18" charset="0"/>
            </a:endParaRPr>
          </a:p>
          <a:p>
            <a:pPr lvl="1" eaLnBrk="1" hangingPunct="1">
              <a:buClr>
                <a:srgbClr val="0039A6"/>
              </a:buClr>
              <a:buFont typeface="Arial" charset="0"/>
              <a:buChar char="•"/>
            </a:pPr>
            <a:r>
              <a:rPr lang="en-US" sz="2400" dirty="0" smtClean="0">
                <a:latin typeface="Times New Roman" pitchFamily="18" charset="0"/>
                <a:cs typeface="Times New Roman" pitchFamily="18" charset="0"/>
              </a:rPr>
              <a:t>Frontend Roadmap</a:t>
            </a:r>
          </a:p>
          <a:p>
            <a:pPr lvl="1" eaLnBrk="1" hangingPunct="1">
              <a:buClr>
                <a:srgbClr val="0039A6"/>
              </a:buClr>
              <a:buFont typeface="Arial" charset="0"/>
              <a:buChar char="•"/>
            </a:pPr>
            <a:r>
              <a:rPr lang="en-US" altLang="en-US" sz="2400" dirty="0" smtClean="0">
                <a:latin typeface="Times New Roman" pitchFamily="18" charset="0"/>
                <a:cs typeface="Times New Roman" pitchFamily="18" charset="0"/>
              </a:rPr>
              <a:t>Backend Roadmap</a:t>
            </a:r>
            <a:endParaRPr lang="en-US" altLang="en-US" sz="2600" dirty="0" smtClean="0">
              <a:latin typeface="Times New Roman" pitchFamily="18" charset="0"/>
              <a:cs typeface="Times New Roman" pitchFamily="18" charset="0"/>
            </a:endParaRPr>
          </a:p>
          <a:p>
            <a:pPr lvl="1" eaLnBrk="1" hangingPunct="1">
              <a:buClr>
                <a:srgbClr val="0039A6"/>
              </a:buClr>
              <a:buFont typeface="Arial" charset="0"/>
              <a:buChar char="•"/>
            </a:pPr>
            <a:r>
              <a:rPr lang="en-US" altLang="en-US" sz="2600" dirty="0" smtClean="0">
                <a:latin typeface="Times New Roman" pitchFamily="18" charset="0"/>
                <a:cs typeface="Times New Roman" pitchFamily="18" charset="0"/>
              </a:rPr>
              <a:t>Full-Stack Developer</a:t>
            </a:r>
          </a:p>
          <a:p>
            <a:pPr lvl="1" eaLnBrk="1" hangingPunct="1">
              <a:buClr>
                <a:srgbClr val="0039A6"/>
              </a:buClr>
              <a:buFont typeface="Arial" charset="0"/>
              <a:buChar char="•"/>
            </a:pPr>
            <a:r>
              <a:rPr lang="en-US" altLang="en-US" sz="2600" dirty="0" smtClean="0">
                <a:latin typeface="Times New Roman" pitchFamily="18" charset="0"/>
                <a:cs typeface="Times New Roman" pitchFamily="18" charset="0"/>
              </a:rPr>
              <a:t>What does Developer do?</a:t>
            </a:r>
          </a:p>
          <a:p>
            <a:pPr lvl="1" eaLnBrk="1" hangingPunct="1">
              <a:buClr>
                <a:srgbClr val="0039A6"/>
              </a:buClr>
              <a:buFont typeface="Arial" charset="0"/>
              <a:buChar char="•"/>
            </a:pPr>
            <a:r>
              <a:rPr lang="en-US" altLang="en-US" sz="2600" dirty="0" smtClean="0">
                <a:latin typeface="Times New Roman" pitchFamily="18" charset="0"/>
                <a:cs typeface="Times New Roman" pitchFamily="18" charset="0"/>
              </a:rPr>
              <a:t>Tools Used</a:t>
            </a:r>
          </a:p>
          <a:p>
            <a:pPr lvl="1" eaLnBrk="1" hangingPunct="1">
              <a:buClr>
                <a:srgbClr val="0039A6"/>
              </a:buClr>
              <a:buFont typeface="Arial" charset="0"/>
              <a:buChar char="•"/>
            </a:pPr>
            <a:r>
              <a:rPr lang="en-US" altLang="en-US" sz="2600" dirty="0" smtClean="0">
                <a:latin typeface="Times New Roman" pitchFamily="18" charset="0"/>
                <a:cs typeface="Times New Roman" pitchFamily="18" charset="0"/>
              </a:rPr>
              <a:t>Conclusion </a:t>
            </a:r>
            <a:endParaRPr lang="en-US" altLang="en-US" sz="2600" dirty="0">
              <a:latin typeface="Times New Roman" pitchFamily="18" charset="0"/>
              <a:cs typeface="Times New Roman" pitchFamily="18" charset="0"/>
            </a:endParaRPr>
          </a:p>
        </p:txBody>
      </p:sp>
      <p:sp>
        <p:nvSpPr>
          <p:cNvPr id="71686"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F3A21016-E51D-4AAE-8DF1-DF6B1BFA55A8}" type="slidenum">
              <a:rPr lang="en-US" altLang="en-US" sz="1400">
                <a:solidFill>
                  <a:schemeClr val="tx2"/>
                </a:solidFill>
                <a:latin typeface="Myriad Web Pro" charset="0"/>
              </a:rPr>
              <a:pPr algn="r" eaLnBrk="1" hangingPunct="1">
                <a:spcBef>
                  <a:spcPct val="0"/>
                </a:spcBef>
                <a:buFontTx/>
                <a:buNone/>
              </a:pPr>
              <a:t>2</a:t>
            </a:fld>
            <a:endParaRPr lang="en-US" altLang="en-US" sz="1400" dirty="0">
              <a:solidFill>
                <a:schemeClr val="tx2"/>
              </a:solidFill>
              <a:latin typeface="Myriad Web Pro"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Box 6"/>
          <p:cNvSpPr txBox="1">
            <a:spLocks noChangeArrowheads="1"/>
          </p:cNvSpPr>
          <p:nvPr/>
        </p:nvSpPr>
        <p:spPr bwMode="auto">
          <a:xfrm>
            <a:off x="2206625" y="863025"/>
            <a:ext cx="4740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dirty="0" smtClean="0">
                <a:solidFill>
                  <a:schemeClr val="tx2"/>
                </a:solidFill>
                <a:latin typeface="Times New Roman" pitchFamily="18" charset="0"/>
                <a:cs typeface="Times New Roman" pitchFamily="18" charset="0"/>
              </a:rPr>
              <a:t>Definition</a:t>
            </a:r>
            <a:endParaRPr lang="en-US" altLang="en-US" dirty="0">
              <a:solidFill>
                <a:schemeClr val="tx2"/>
              </a:solidFill>
              <a:latin typeface="Times New Roman" pitchFamily="18" charset="0"/>
              <a:cs typeface="Times New Roman" pitchFamily="18" charset="0"/>
            </a:endParaRPr>
          </a:p>
        </p:txBody>
      </p:sp>
      <p:cxnSp>
        <p:nvCxnSpPr>
          <p:cNvPr id="8" name="Straight Connector 7"/>
          <p:cNvCxnSpPr/>
          <p:nvPr/>
        </p:nvCxnSpPr>
        <p:spPr>
          <a:xfrm>
            <a:off x="555625" y="14478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71685" name="Content Placeholder 2"/>
          <p:cNvSpPr txBox="1">
            <a:spLocks/>
          </p:cNvSpPr>
          <p:nvPr/>
        </p:nvSpPr>
        <p:spPr bwMode="auto">
          <a:xfrm>
            <a:off x="0" y="1524000"/>
            <a:ext cx="8686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Clr>
                <a:srgbClr val="0039A6"/>
              </a:buClr>
              <a:buNone/>
            </a:pPr>
            <a:r>
              <a:rPr lang="en-US" altLang="en-US" sz="2600" dirty="0" smtClean="0"/>
              <a:t>The word Web Development is made up of two words:</a:t>
            </a:r>
          </a:p>
          <a:p>
            <a:pPr lvl="1" eaLnBrk="1" hangingPunct="1">
              <a:buClr>
                <a:srgbClr val="0039A6"/>
              </a:buClr>
            </a:pPr>
            <a:r>
              <a:rPr lang="en-US" altLang="en-US" sz="2600" b="1" dirty="0" smtClean="0"/>
              <a:t>Web</a:t>
            </a:r>
            <a:r>
              <a:rPr lang="en-US" altLang="en-US" sz="2600" dirty="0" smtClean="0"/>
              <a:t>: It refers to websites, web pages or anything that works over the internet.</a:t>
            </a:r>
          </a:p>
          <a:p>
            <a:pPr lvl="1" eaLnBrk="1" hangingPunct="1">
              <a:buClr>
                <a:srgbClr val="0039A6"/>
              </a:buClr>
            </a:pPr>
            <a:r>
              <a:rPr lang="en-US" altLang="en-US" sz="2600" b="1" dirty="0" smtClean="0"/>
              <a:t>Development</a:t>
            </a:r>
            <a:r>
              <a:rPr lang="en-US" altLang="en-US" sz="2600" dirty="0" smtClean="0"/>
              <a:t>: Building the application from scratch.</a:t>
            </a:r>
          </a:p>
        </p:txBody>
      </p:sp>
      <p:sp>
        <p:nvSpPr>
          <p:cNvPr id="71686" name="Slide Number Placeholder 1"/>
          <p:cNvSpPr txBox="1">
            <a:spLocks/>
          </p:cNvSpPr>
          <p:nvPr/>
        </p:nvSpPr>
        <p:spPr bwMode="auto">
          <a:xfrm>
            <a:off x="6629400" y="60356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F3A21016-E51D-4AAE-8DF1-DF6B1BFA55A8}" type="slidenum">
              <a:rPr lang="en-US" altLang="en-US" sz="1400">
                <a:solidFill>
                  <a:schemeClr val="tx2"/>
                </a:solidFill>
                <a:latin typeface="Myriad Web Pro" charset="0"/>
              </a:rPr>
              <a:pPr algn="r" eaLnBrk="1" hangingPunct="1">
                <a:spcBef>
                  <a:spcPct val="0"/>
                </a:spcBef>
                <a:buFontTx/>
                <a:buNone/>
              </a:pPr>
              <a:t>3</a:t>
            </a:fld>
            <a:endParaRPr lang="en-US" altLang="en-US" sz="1400" dirty="0">
              <a:solidFill>
                <a:schemeClr val="tx2"/>
              </a:solidFill>
              <a:latin typeface="Myriad Web Pro" charset="0"/>
            </a:endParaRPr>
          </a:p>
        </p:txBody>
      </p:sp>
      <p:pic>
        <p:nvPicPr>
          <p:cNvPr id="9" name="Picture 8" descr="shutterstock_394793860-1024x784.jpg"/>
          <p:cNvPicPr>
            <a:picLocks noChangeAspect="1"/>
          </p:cNvPicPr>
          <p:nvPr/>
        </p:nvPicPr>
        <p:blipFill>
          <a:blip r:embed="rId3"/>
          <a:stretch>
            <a:fillRect/>
          </a:stretch>
        </p:blipFill>
        <p:spPr>
          <a:xfrm>
            <a:off x="1600200" y="3505200"/>
            <a:ext cx="5562600" cy="3200400"/>
          </a:xfrm>
          <a:prstGeom prst="rect">
            <a:avLst/>
          </a:prstGeom>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Box 6"/>
          <p:cNvSpPr txBox="1">
            <a:spLocks noChangeArrowheads="1"/>
          </p:cNvSpPr>
          <p:nvPr/>
        </p:nvSpPr>
        <p:spPr bwMode="auto">
          <a:xfrm>
            <a:off x="2206625" y="786825"/>
            <a:ext cx="4740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dirty="0" smtClean="0">
                <a:solidFill>
                  <a:schemeClr val="tx2"/>
                </a:solidFill>
                <a:latin typeface="Times New Roman" pitchFamily="18" charset="0"/>
                <a:cs typeface="Times New Roman" pitchFamily="18" charset="0"/>
              </a:rPr>
              <a:t>Introduction</a:t>
            </a:r>
            <a:endParaRPr lang="en-US" altLang="en-US" dirty="0">
              <a:solidFill>
                <a:schemeClr val="tx2"/>
              </a:solidFill>
              <a:latin typeface="Times New Roman" pitchFamily="18" charset="0"/>
              <a:cs typeface="Times New Roman" pitchFamily="18" charset="0"/>
            </a:endParaRPr>
          </a:p>
        </p:txBody>
      </p:sp>
      <p:cxnSp>
        <p:nvCxnSpPr>
          <p:cNvPr id="8" name="Straight Connector 7"/>
          <p:cNvCxnSpPr/>
          <p:nvPr/>
        </p:nvCxnSpPr>
        <p:spPr>
          <a:xfrm>
            <a:off x="555625" y="13716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71685" name="Content Placeholder 2"/>
          <p:cNvSpPr txBox="1">
            <a:spLocks/>
          </p:cNvSpPr>
          <p:nvPr/>
        </p:nvSpPr>
        <p:spPr bwMode="auto">
          <a:xfrm>
            <a:off x="0" y="1447800"/>
            <a:ext cx="838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lvl="1" eaLnBrk="1" hangingPunct="1">
              <a:buClr>
                <a:srgbClr val="0039A6"/>
              </a:buClr>
              <a:buFont typeface="Arial" pitchFamily="34" charset="0"/>
              <a:buChar char="•"/>
            </a:pPr>
            <a:r>
              <a:rPr lang="en-US" sz="2600" dirty="0" smtClean="0">
                <a:latin typeface="Times New Roman" pitchFamily="18" charset="0"/>
                <a:cs typeface="Times New Roman" pitchFamily="18" charset="0"/>
              </a:rPr>
              <a:t>Web development refers to the building, creating, and maintaining of websites. It includes aspects such as web design, web publishing, web programming, and database management. </a:t>
            </a:r>
          </a:p>
          <a:p>
            <a:pPr lvl="1" eaLnBrk="1" hangingPunct="1">
              <a:buClr>
                <a:srgbClr val="0039A6"/>
              </a:buClr>
              <a:buFont typeface="Arial" pitchFamily="34" charset="0"/>
              <a:buChar char="•"/>
            </a:pPr>
            <a:r>
              <a:rPr lang="en-US" sz="2600" dirty="0" smtClean="0">
                <a:latin typeface="Times New Roman" pitchFamily="18" charset="0"/>
                <a:cs typeface="Times New Roman" pitchFamily="18" charset="0"/>
              </a:rPr>
              <a:t>It is the creation of an application that works over the internet i.e. websites.</a:t>
            </a:r>
          </a:p>
          <a:p>
            <a:pPr lvl="1" eaLnBrk="1" hangingPunct="1">
              <a:buClr>
                <a:srgbClr val="0039A6"/>
              </a:buClr>
              <a:buFont typeface="Arial" pitchFamily="34" charset="0"/>
              <a:buChar char="•"/>
            </a:pPr>
            <a:r>
              <a:rPr lang="en-US" sz="2600" dirty="0" smtClean="0">
                <a:latin typeface="Times New Roman" pitchFamily="18" charset="0"/>
                <a:cs typeface="Times New Roman" pitchFamily="18" charset="0"/>
              </a:rPr>
              <a:t>The term development is usually reserved for the actual construction of these things (that is to say, the programming of sites). The basic tools involved are programming languages called HTML (Hypertext Markup Language), CSS (Cascading Style Sheets), and JavaScript.</a:t>
            </a:r>
          </a:p>
        </p:txBody>
      </p:sp>
      <p:sp>
        <p:nvSpPr>
          <p:cNvPr id="71686"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F3A21016-E51D-4AAE-8DF1-DF6B1BFA55A8}" type="slidenum">
              <a:rPr lang="en-US" altLang="en-US" sz="1400">
                <a:solidFill>
                  <a:schemeClr val="tx2"/>
                </a:solidFill>
                <a:latin typeface="Myriad Web Pro" charset="0"/>
              </a:rPr>
              <a:pPr algn="r" eaLnBrk="1" hangingPunct="1">
                <a:spcBef>
                  <a:spcPct val="0"/>
                </a:spcBef>
                <a:buFontTx/>
                <a:buNone/>
              </a:pPr>
              <a:t>4</a:t>
            </a:fld>
            <a:endParaRPr lang="en-US" altLang="en-US" sz="1400" dirty="0">
              <a:solidFill>
                <a:schemeClr val="tx2"/>
              </a:solidFill>
              <a:latin typeface="Myriad Web Pro"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6" name="Slide Number Placeholder 1"/>
          <p:cNvSpPr txBox="1">
            <a:spLocks/>
          </p:cNvSpPr>
          <p:nvPr/>
        </p:nvSpPr>
        <p:spPr bwMode="auto">
          <a:xfrm>
            <a:off x="6629400" y="60198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endParaRPr lang="en-US" altLang="en-US" sz="1400" dirty="0" smtClean="0">
              <a:solidFill>
                <a:schemeClr val="tx2"/>
              </a:solidFill>
              <a:latin typeface="Myriad Web Pro" charset="0"/>
            </a:endParaRPr>
          </a:p>
          <a:p>
            <a:pPr algn="r" eaLnBrk="1" hangingPunct="1">
              <a:spcBef>
                <a:spcPct val="0"/>
              </a:spcBef>
              <a:buFontTx/>
              <a:buNone/>
            </a:pPr>
            <a:fld id="{F3A21016-E51D-4AAE-8DF1-DF6B1BFA55A8}" type="slidenum">
              <a:rPr lang="en-US" altLang="en-US" sz="1400" smtClean="0">
                <a:solidFill>
                  <a:schemeClr val="tx2"/>
                </a:solidFill>
                <a:latin typeface="Myriad Web Pro" charset="0"/>
              </a:rPr>
              <a:pPr algn="r" eaLnBrk="1" hangingPunct="1">
                <a:spcBef>
                  <a:spcPct val="0"/>
                </a:spcBef>
                <a:buFontTx/>
                <a:buNone/>
              </a:pPr>
              <a:t>5</a:t>
            </a:fld>
            <a:endParaRPr lang="en-US" altLang="en-US" sz="1400" dirty="0">
              <a:solidFill>
                <a:schemeClr val="tx2"/>
              </a:solidFill>
              <a:latin typeface="Myriad Web Pro" charset="0"/>
            </a:endParaRPr>
          </a:p>
        </p:txBody>
      </p:sp>
      <p:pic>
        <p:nvPicPr>
          <p:cNvPr id="9" name="Picture 8" descr="Webdevelopment.jpg"/>
          <p:cNvPicPr>
            <a:picLocks noChangeAspect="1"/>
          </p:cNvPicPr>
          <p:nvPr/>
        </p:nvPicPr>
        <p:blipFill>
          <a:blip r:embed="rId3"/>
          <a:stretch>
            <a:fillRect/>
          </a:stretch>
        </p:blipFill>
        <p:spPr>
          <a:xfrm>
            <a:off x="914400" y="1828800"/>
            <a:ext cx="7887121" cy="3825338"/>
          </a:xfrm>
          <a:prstGeom prst="rect">
            <a:avLst/>
          </a:prstGeom>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609600" y="14478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71685" name="Content Placeholder 2"/>
          <p:cNvSpPr txBox="1">
            <a:spLocks/>
          </p:cNvSpPr>
          <p:nvPr/>
        </p:nvSpPr>
        <p:spPr bwMode="auto">
          <a:xfrm>
            <a:off x="574675" y="1524000"/>
            <a:ext cx="841692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buNone/>
            </a:pPr>
            <a:r>
              <a:rPr lang="en-US" sz="2800" b="1" dirty="0" smtClean="0"/>
              <a:t>Web Development can be classified into two ways:</a:t>
            </a:r>
          </a:p>
          <a:p>
            <a:r>
              <a:rPr lang="en-US" sz="2800" b="1" dirty="0" smtClean="0"/>
              <a:t>Frontend Development: </a:t>
            </a:r>
            <a:r>
              <a:rPr lang="en-US" sz="2800" dirty="0" smtClean="0"/>
              <a:t>The part of a website that the user interacts directly is termed as front end. It is also referred to as the ‘client side’ of the application.</a:t>
            </a:r>
          </a:p>
          <a:p>
            <a:r>
              <a:rPr lang="en-US" sz="2800" b="1" dirty="0" smtClean="0">
                <a:latin typeface="Times New Roman" pitchFamily="18" charset="0"/>
                <a:cs typeface="Times New Roman" pitchFamily="18" charset="0"/>
              </a:rPr>
              <a:t>Backend Development: </a:t>
            </a:r>
            <a:r>
              <a:rPr lang="en-US" sz="2800" dirty="0" smtClean="0">
                <a:latin typeface="Times New Roman" pitchFamily="18" charset="0"/>
                <a:cs typeface="Times New Roman" pitchFamily="18" charset="0"/>
              </a:rPr>
              <a:t>Backend is the server side of a website. It is the part of the website that users cannot see and interact. It is the portion of software that does not come in direct contact with the users. It is used to store and arrange data.</a:t>
            </a:r>
          </a:p>
        </p:txBody>
      </p:sp>
      <p:sp>
        <p:nvSpPr>
          <p:cNvPr id="71686" name="Slide Number Placeholder 1"/>
          <p:cNvSpPr txBox="1">
            <a:spLocks/>
          </p:cNvSpPr>
          <p:nvPr/>
        </p:nvSpPr>
        <p:spPr bwMode="auto">
          <a:xfrm>
            <a:off x="6629400" y="60198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endParaRPr lang="en-US" altLang="en-US" sz="1400" dirty="0" smtClean="0">
              <a:solidFill>
                <a:schemeClr val="tx2"/>
              </a:solidFill>
              <a:latin typeface="Myriad Web Pro" charset="0"/>
            </a:endParaRPr>
          </a:p>
          <a:p>
            <a:pPr algn="r" eaLnBrk="1" hangingPunct="1">
              <a:spcBef>
                <a:spcPct val="0"/>
              </a:spcBef>
              <a:buFontTx/>
              <a:buNone/>
            </a:pPr>
            <a:fld id="{F3A21016-E51D-4AAE-8DF1-DF6B1BFA55A8}" type="slidenum">
              <a:rPr lang="en-US" altLang="en-US" sz="1400" smtClean="0">
                <a:solidFill>
                  <a:schemeClr val="tx2"/>
                </a:solidFill>
                <a:latin typeface="Myriad Web Pro" charset="0"/>
              </a:rPr>
              <a:pPr algn="r" eaLnBrk="1" hangingPunct="1">
                <a:spcBef>
                  <a:spcPct val="0"/>
                </a:spcBef>
                <a:buFontTx/>
                <a:buNone/>
              </a:pPr>
              <a:t>6</a:t>
            </a:fld>
            <a:endParaRPr lang="en-US" altLang="en-US" sz="1400" dirty="0">
              <a:solidFill>
                <a:schemeClr val="tx2"/>
              </a:solidFill>
              <a:latin typeface="Myriad Web Pro" charset="0"/>
            </a:endParaRPr>
          </a:p>
        </p:txBody>
      </p:sp>
      <p:sp>
        <p:nvSpPr>
          <p:cNvPr id="7" name="TextBox 7"/>
          <p:cNvSpPr txBox="1">
            <a:spLocks noChangeArrowheads="1"/>
          </p:cNvSpPr>
          <p:nvPr/>
        </p:nvSpPr>
        <p:spPr bwMode="auto">
          <a:xfrm>
            <a:off x="381000" y="8014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Classification</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609600" y="14478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71686"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r>
              <a:rPr lang="en-US" altLang="en-US" sz="1400" dirty="0" smtClean="0">
                <a:solidFill>
                  <a:schemeClr val="tx2"/>
                </a:solidFill>
                <a:latin typeface="Times New Roman"/>
                <a:cs typeface="Times New Roman"/>
              </a:rPr>
              <a:t>●●●</a:t>
            </a:r>
            <a:endParaRPr lang="en-US" altLang="en-US" sz="1400" dirty="0" smtClean="0">
              <a:solidFill>
                <a:schemeClr val="tx2"/>
              </a:solidFill>
              <a:latin typeface="Myriad Web Pro" charset="0"/>
            </a:endParaRPr>
          </a:p>
          <a:p>
            <a:pPr algn="r" eaLnBrk="1" hangingPunct="1">
              <a:spcBef>
                <a:spcPct val="0"/>
              </a:spcBef>
              <a:buFontTx/>
              <a:buNone/>
            </a:pPr>
            <a:fld id="{F3A21016-E51D-4AAE-8DF1-DF6B1BFA55A8}" type="slidenum">
              <a:rPr lang="en-US" altLang="en-US" sz="1400" smtClean="0">
                <a:solidFill>
                  <a:schemeClr val="tx2"/>
                </a:solidFill>
                <a:latin typeface="Myriad Web Pro" charset="0"/>
              </a:rPr>
              <a:pPr algn="r" eaLnBrk="1" hangingPunct="1">
                <a:spcBef>
                  <a:spcPct val="0"/>
                </a:spcBef>
                <a:buFontTx/>
                <a:buNone/>
              </a:pPr>
              <a:t>7</a:t>
            </a:fld>
            <a:endParaRPr lang="en-US" altLang="en-US" sz="1400" dirty="0">
              <a:solidFill>
                <a:schemeClr val="tx2"/>
              </a:solidFill>
              <a:latin typeface="Myriad Web Pro" charset="0"/>
            </a:endParaRPr>
          </a:p>
        </p:txBody>
      </p:sp>
      <p:sp>
        <p:nvSpPr>
          <p:cNvPr id="7" name="TextBox 7"/>
          <p:cNvSpPr txBox="1">
            <a:spLocks noChangeArrowheads="1"/>
          </p:cNvSpPr>
          <p:nvPr/>
        </p:nvSpPr>
        <p:spPr bwMode="auto">
          <a:xfrm>
            <a:off x="381000" y="7252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Frontend Roadmap</a:t>
            </a:r>
          </a:p>
        </p:txBody>
      </p:sp>
      <p:pic>
        <p:nvPicPr>
          <p:cNvPr id="6" name="Picture 5" descr="f.jpeg"/>
          <p:cNvPicPr>
            <a:picLocks noChangeAspect="1"/>
          </p:cNvPicPr>
          <p:nvPr/>
        </p:nvPicPr>
        <p:blipFill>
          <a:blip r:embed="rId3"/>
          <a:stretch>
            <a:fillRect/>
          </a:stretch>
        </p:blipFill>
        <p:spPr>
          <a:xfrm>
            <a:off x="990600" y="1905000"/>
            <a:ext cx="7772400" cy="3886200"/>
          </a:xfrm>
          <a:prstGeom prst="rect">
            <a:avLst/>
          </a:prstGeom>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609600" y="14478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71685" name="Content Placeholder 2"/>
          <p:cNvSpPr txBox="1">
            <a:spLocks/>
          </p:cNvSpPr>
          <p:nvPr/>
        </p:nvSpPr>
        <p:spPr bwMode="auto">
          <a:xfrm>
            <a:off x="574675" y="1524000"/>
            <a:ext cx="841692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r>
              <a:rPr lang="en-US" sz="2600" b="1" dirty="0" smtClean="0">
                <a:latin typeface="Times New Roman" pitchFamily="18" charset="0"/>
                <a:cs typeface="Times New Roman" pitchFamily="18" charset="0"/>
              </a:rPr>
              <a:t>HTML</a:t>
            </a:r>
            <a:r>
              <a:rPr lang="en-US" sz="2600" dirty="0" smtClean="0">
                <a:latin typeface="Times New Roman" pitchFamily="18" charset="0"/>
                <a:cs typeface="Times New Roman" pitchFamily="18" charset="0"/>
              </a:rPr>
              <a:t>: HTML stands for </a:t>
            </a:r>
            <a:r>
              <a:rPr lang="en-US" sz="2600" dirty="0" err="1" smtClean="0">
                <a:latin typeface="Times New Roman" pitchFamily="18" charset="0"/>
                <a:cs typeface="Times New Roman" pitchFamily="18" charset="0"/>
              </a:rPr>
              <a:t>HyperText</a:t>
            </a:r>
            <a:r>
              <a:rPr lang="en-US" sz="2600" dirty="0" smtClean="0">
                <a:latin typeface="Times New Roman" pitchFamily="18" charset="0"/>
                <a:cs typeface="Times New Roman" pitchFamily="18" charset="0"/>
              </a:rPr>
              <a:t> Markup Language. It is used to design the front end portion of web pages using markup language. It acts as a skeleton for a website since it is used to make the structure of a website.</a:t>
            </a:r>
          </a:p>
          <a:p>
            <a:r>
              <a:rPr lang="en-US" sz="2600" b="1" dirty="0" smtClean="0">
                <a:latin typeface="Times New Roman" pitchFamily="18" charset="0"/>
                <a:cs typeface="Times New Roman" pitchFamily="18" charset="0"/>
              </a:rPr>
              <a:t>CSS</a:t>
            </a:r>
            <a:r>
              <a:rPr lang="en-US" sz="2600" dirty="0" smtClean="0">
                <a:latin typeface="Times New Roman" pitchFamily="18" charset="0"/>
                <a:cs typeface="Times New Roman" pitchFamily="18" charset="0"/>
              </a:rPr>
              <a:t>: Cascading Style Sheets fondly referred to as CSS is a simply designed language intended to simplify the process of making web pages presentable. It is used to style our website.</a:t>
            </a:r>
          </a:p>
          <a:p>
            <a:r>
              <a:rPr lang="en-US" sz="2600" b="1" dirty="0" smtClean="0">
                <a:latin typeface="Times New Roman" pitchFamily="18" charset="0"/>
                <a:cs typeface="Times New Roman" pitchFamily="18" charset="0"/>
              </a:rPr>
              <a:t>JavaScript</a:t>
            </a:r>
            <a:r>
              <a:rPr lang="en-US" sz="2600" dirty="0" smtClean="0">
                <a:latin typeface="Times New Roman" pitchFamily="18" charset="0"/>
                <a:cs typeface="Times New Roman" pitchFamily="18" charset="0"/>
              </a:rPr>
              <a:t>: JavaScript is a scripting language used to provide a dynamic behavior to our website.</a:t>
            </a:r>
          </a:p>
        </p:txBody>
      </p:sp>
      <p:sp>
        <p:nvSpPr>
          <p:cNvPr id="71686"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r>
              <a:rPr lang="en-US" altLang="en-US" sz="1400" dirty="0" smtClean="0">
                <a:solidFill>
                  <a:schemeClr val="tx2"/>
                </a:solidFill>
                <a:latin typeface="Times New Roman"/>
                <a:cs typeface="Times New Roman"/>
              </a:rPr>
              <a:t>●●●</a:t>
            </a:r>
            <a:endParaRPr lang="en-US" altLang="en-US" sz="1400" dirty="0" smtClean="0">
              <a:solidFill>
                <a:schemeClr val="tx2"/>
              </a:solidFill>
              <a:latin typeface="Myriad Web Pro" charset="0"/>
            </a:endParaRPr>
          </a:p>
          <a:p>
            <a:pPr algn="r" eaLnBrk="1" hangingPunct="1">
              <a:spcBef>
                <a:spcPct val="0"/>
              </a:spcBef>
              <a:buFontTx/>
              <a:buNone/>
            </a:pPr>
            <a:fld id="{F3A21016-E51D-4AAE-8DF1-DF6B1BFA55A8}" type="slidenum">
              <a:rPr lang="en-US" altLang="en-US" sz="1400" smtClean="0">
                <a:solidFill>
                  <a:schemeClr val="tx2"/>
                </a:solidFill>
                <a:latin typeface="Myriad Web Pro" charset="0"/>
              </a:rPr>
              <a:pPr algn="r" eaLnBrk="1" hangingPunct="1">
                <a:spcBef>
                  <a:spcPct val="0"/>
                </a:spcBef>
                <a:buFontTx/>
                <a:buNone/>
              </a:pPr>
              <a:t>8</a:t>
            </a:fld>
            <a:endParaRPr lang="en-US" altLang="en-US" sz="1400" dirty="0">
              <a:solidFill>
                <a:schemeClr val="tx2"/>
              </a:solidFill>
              <a:latin typeface="Myriad Web Pro" charset="0"/>
            </a:endParaRPr>
          </a:p>
        </p:txBody>
      </p:sp>
      <p:sp>
        <p:nvSpPr>
          <p:cNvPr id="7" name="TextBox 7"/>
          <p:cNvSpPr txBox="1">
            <a:spLocks noChangeArrowheads="1"/>
          </p:cNvSpPr>
          <p:nvPr/>
        </p:nvSpPr>
        <p:spPr bwMode="auto">
          <a:xfrm>
            <a:off x="381000" y="7252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Frontend Roadmap</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644525" y="15240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71685" name="Content Placeholder 2"/>
          <p:cNvSpPr txBox="1">
            <a:spLocks/>
          </p:cNvSpPr>
          <p:nvPr/>
        </p:nvSpPr>
        <p:spPr bwMode="auto">
          <a:xfrm>
            <a:off x="574675" y="1600200"/>
            <a:ext cx="841692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r>
              <a:rPr lang="en-US" sz="2600" b="1" dirty="0" smtClean="0">
                <a:latin typeface="Times New Roman" pitchFamily="18" charset="0"/>
                <a:cs typeface="Times New Roman" pitchFamily="18" charset="0"/>
              </a:rPr>
              <a:t>Bootstrap</a:t>
            </a:r>
            <a:r>
              <a:rPr lang="en-US" sz="2600" dirty="0" smtClean="0">
                <a:latin typeface="Times New Roman" pitchFamily="18" charset="0"/>
                <a:cs typeface="Times New Roman" pitchFamily="18" charset="0"/>
              </a:rPr>
              <a:t>: Bootstrap is a free and open-source tool collection for creating responsive websites and web applications. </a:t>
            </a:r>
          </a:p>
          <a:p>
            <a:pPr>
              <a:buNone/>
            </a:pPr>
            <a:r>
              <a:rPr lang="en-US" sz="2600" dirty="0" smtClean="0">
                <a:latin typeface="Times New Roman" pitchFamily="18" charset="0"/>
                <a:cs typeface="Times New Roman" pitchFamily="18" charset="0"/>
              </a:rPr>
              <a:t>     It is the most popular CSS framework for developing responsive, mobile-first websites. Nowadays, the websites are perfect for all the browsers (IE, Firefox, and Chrome) and for all sizes of screens (Desktop, Tablets, </a:t>
            </a:r>
            <a:r>
              <a:rPr lang="en-US" sz="2600" dirty="0" err="1" smtClean="0">
                <a:latin typeface="Times New Roman" pitchFamily="18" charset="0"/>
                <a:cs typeface="Times New Roman" pitchFamily="18" charset="0"/>
              </a:rPr>
              <a:t>Phablets</a:t>
            </a:r>
            <a:r>
              <a:rPr lang="en-US" sz="2600" dirty="0" smtClean="0">
                <a:latin typeface="Times New Roman" pitchFamily="18" charset="0"/>
                <a:cs typeface="Times New Roman" pitchFamily="18" charset="0"/>
              </a:rPr>
              <a:t>, and Phones).</a:t>
            </a:r>
          </a:p>
          <a:p>
            <a:r>
              <a:rPr lang="en-US" sz="2600" dirty="0" smtClean="0">
                <a:latin typeface="Times New Roman" pitchFamily="18" charset="0"/>
                <a:cs typeface="Times New Roman" pitchFamily="18" charset="0"/>
              </a:rPr>
              <a:t>Bootstrap 4</a:t>
            </a:r>
          </a:p>
          <a:p>
            <a:r>
              <a:rPr lang="en-US" sz="2600" dirty="0" smtClean="0">
                <a:latin typeface="Times New Roman" pitchFamily="18" charset="0"/>
                <a:cs typeface="Times New Roman" pitchFamily="18" charset="0"/>
              </a:rPr>
              <a:t>Bootstrap 5</a:t>
            </a:r>
          </a:p>
        </p:txBody>
      </p:sp>
      <p:sp>
        <p:nvSpPr>
          <p:cNvPr id="71686"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r>
              <a:rPr lang="en-US" altLang="en-US" sz="1400" dirty="0" smtClean="0">
                <a:solidFill>
                  <a:schemeClr val="tx2"/>
                </a:solidFill>
                <a:latin typeface="Times New Roman"/>
                <a:cs typeface="Times New Roman"/>
              </a:rPr>
              <a:t>●●●</a:t>
            </a:r>
            <a:endParaRPr lang="en-US" altLang="en-US" sz="1400" dirty="0" smtClean="0">
              <a:solidFill>
                <a:schemeClr val="tx2"/>
              </a:solidFill>
              <a:latin typeface="Myriad Web Pro" charset="0"/>
            </a:endParaRPr>
          </a:p>
          <a:p>
            <a:pPr algn="r" eaLnBrk="1" hangingPunct="1">
              <a:spcBef>
                <a:spcPct val="0"/>
              </a:spcBef>
              <a:buFontTx/>
              <a:buNone/>
            </a:pPr>
            <a:fld id="{F3A21016-E51D-4AAE-8DF1-DF6B1BFA55A8}" type="slidenum">
              <a:rPr lang="en-US" altLang="en-US" sz="1400" smtClean="0">
                <a:solidFill>
                  <a:schemeClr val="tx2"/>
                </a:solidFill>
                <a:latin typeface="Myriad Web Pro" charset="0"/>
              </a:rPr>
              <a:pPr algn="r" eaLnBrk="1" hangingPunct="1">
                <a:spcBef>
                  <a:spcPct val="0"/>
                </a:spcBef>
                <a:buFontTx/>
                <a:buNone/>
              </a:pPr>
              <a:t>9</a:t>
            </a:fld>
            <a:endParaRPr lang="en-US" altLang="en-US" sz="1400" dirty="0">
              <a:solidFill>
                <a:schemeClr val="tx2"/>
              </a:solidFill>
              <a:latin typeface="Myriad Web Pro" charset="0"/>
            </a:endParaRPr>
          </a:p>
        </p:txBody>
      </p:sp>
      <p:sp>
        <p:nvSpPr>
          <p:cNvPr id="7" name="TextBox 7"/>
          <p:cNvSpPr txBox="1">
            <a:spLocks noChangeArrowheads="1"/>
          </p:cNvSpPr>
          <p:nvPr/>
        </p:nvSpPr>
        <p:spPr bwMode="auto">
          <a:xfrm>
            <a:off x="381000" y="8014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Frontend Roadmap</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609600" y="15240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71685" name="Content Placeholder 2"/>
          <p:cNvSpPr txBox="1">
            <a:spLocks/>
          </p:cNvSpPr>
          <p:nvPr/>
        </p:nvSpPr>
        <p:spPr bwMode="auto">
          <a:xfrm>
            <a:off x="727075" y="1600200"/>
            <a:ext cx="841692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buNone/>
            </a:pPr>
            <a:r>
              <a:rPr lang="en-US" sz="2600" b="1" dirty="0" smtClean="0">
                <a:latin typeface="Times New Roman" pitchFamily="18" charset="0"/>
                <a:cs typeface="Times New Roman" pitchFamily="18" charset="0"/>
              </a:rPr>
              <a:t>Frontend Frameworks and Libraries:</a:t>
            </a:r>
          </a:p>
          <a:p>
            <a:r>
              <a:rPr lang="en-US" sz="2600" dirty="0" err="1" smtClean="0">
                <a:latin typeface="Times New Roman" pitchFamily="18" charset="0"/>
                <a:cs typeface="Times New Roman" pitchFamily="18" charset="0"/>
              </a:rPr>
              <a:t>AngularJS</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React.js</a:t>
            </a:r>
          </a:p>
          <a:p>
            <a:r>
              <a:rPr lang="en-US" sz="2600" dirty="0" err="1" smtClean="0">
                <a:latin typeface="Times New Roman" pitchFamily="18" charset="0"/>
                <a:cs typeface="Times New Roman" pitchFamily="18" charset="0"/>
              </a:rPr>
              <a:t>VueJS</a:t>
            </a:r>
            <a:endParaRPr lang="en-US" sz="2600" dirty="0" smtClean="0">
              <a:latin typeface="Times New Roman" pitchFamily="18" charset="0"/>
              <a:cs typeface="Times New Roman" pitchFamily="18" charset="0"/>
            </a:endParaRPr>
          </a:p>
          <a:p>
            <a:r>
              <a:rPr lang="en-US" sz="2600" dirty="0" err="1" smtClean="0">
                <a:latin typeface="Times New Roman" pitchFamily="18" charset="0"/>
                <a:cs typeface="Times New Roman" pitchFamily="18" charset="0"/>
              </a:rPr>
              <a:t>jQuery</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Bootstrap</a:t>
            </a:r>
          </a:p>
          <a:p>
            <a:r>
              <a:rPr lang="en-US" sz="2600" dirty="0" smtClean="0">
                <a:latin typeface="Times New Roman" pitchFamily="18" charset="0"/>
                <a:cs typeface="Times New Roman" pitchFamily="18" charset="0"/>
              </a:rPr>
              <a:t>Material UI</a:t>
            </a:r>
          </a:p>
          <a:p>
            <a:r>
              <a:rPr lang="en-US" sz="2600" dirty="0" smtClean="0">
                <a:latin typeface="Times New Roman" pitchFamily="18" charset="0"/>
                <a:cs typeface="Times New Roman" pitchFamily="18" charset="0"/>
              </a:rPr>
              <a:t>Tailwind CSS</a:t>
            </a:r>
          </a:p>
          <a:p>
            <a:r>
              <a:rPr lang="en-US" sz="2600" dirty="0" err="1" smtClean="0">
                <a:latin typeface="Times New Roman" pitchFamily="18" charset="0"/>
                <a:cs typeface="Times New Roman" pitchFamily="18" charset="0"/>
              </a:rPr>
              <a:t>jQuery</a:t>
            </a:r>
            <a:r>
              <a:rPr lang="en-US" sz="2600" dirty="0" smtClean="0">
                <a:latin typeface="Times New Roman" pitchFamily="18" charset="0"/>
                <a:cs typeface="Times New Roman" pitchFamily="18" charset="0"/>
              </a:rPr>
              <a:t> UI</a:t>
            </a:r>
          </a:p>
        </p:txBody>
      </p:sp>
      <p:sp>
        <p:nvSpPr>
          <p:cNvPr id="71686"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F3A21016-E51D-4AAE-8DF1-DF6B1BFA55A8}" type="slidenum">
              <a:rPr lang="en-US" altLang="en-US" sz="1400">
                <a:solidFill>
                  <a:schemeClr val="tx2"/>
                </a:solidFill>
                <a:latin typeface="Myriad Web Pro" charset="0"/>
              </a:rPr>
              <a:pPr algn="r" eaLnBrk="1" hangingPunct="1">
                <a:spcBef>
                  <a:spcPct val="0"/>
                </a:spcBef>
                <a:buFontTx/>
                <a:buNone/>
              </a:pPr>
              <a:t>10</a:t>
            </a:fld>
            <a:endParaRPr lang="en-US" altLang="en-US" sz="1400" dirty="0">
              <a:solidFill>
                <a:schemeClr val="tx2"/>
              </a:solidFill>
              <a:latin typeface="Myriad Web Pro" charset="0"/>
            </a:endParaRPr>
          </a:p>
        </p:txBody>
      </p:sp>
      <p:sp>
        <p:nvSpPr>
          <p:cNvPr id="7" name="TextBox 7"/>
          <p:cNvSpPr txBox="1">
            <a:spLocks noChangeArrowheads="1"/>
          </p:cNvSpPr>
          <p:nvPr/>
        </p:nvSpPr>
        <p:spPr bwMode="auto">
          <a:xfrm>
            <a:off x="381000" y="8014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Frontend Roadmap</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7"/>
          <p:cNvSpPr txBox="1">
            <a:spLocks noChangeArrowheads="1"/>
          </p:cNvSpPr>
          <p:nvPr/>
        </p:nvSpPr>
        <p:spPr bwMode="auto">
          <a:xfrm>
            <a:off x="76200" y="8776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Backend Roadmap</a:t>
            </a:r>
          </a:p>
        </p:txBody>
      </p:sp>
      <p:cxnSp>
        <p:nvCxnSpPr>
          <p:cNvPr id="5" name="Straight Connector 4"/>
          <p:cNvCxnSpPr/>
          <p:nvPr/>
        </p:nvCxnSpPr>
        <p:spPr>
          <a:xfrm>
            <a:off x="609600" y="16002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22533"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r>
              <a:rPr lang="en-US" altLang="en-US" sz="1400" dirty="0" smtClean="0">
                <a:solidFill>
                  <a:schemeClr val="tx2"/>
                </a:solidFill>
                <a:latin typeface="Times New Roman"/>
                <a:cs typeface="Times New Roman"/>
              </a:rPr>
              <a:t>●●●</a:t>
            </a:r>
            <a:endParaRPr lang="en-US" altLang="en-US" sz="1400" dirty="0" smtClean="0">
              <a:solidFill>
                <a:schemeClr val="tx2"/>
              </a:solidFill>
              <a:latin typeface="Myriad Web Pro" charset="0"/>
            </a:endParaRPr>
          </a:p>
          <a:p>
            <a:pPr algn="r" eaLnBrk="1" hangingPunct="1">
              <a:spcBef>
                <a:spcPct val="0"/>
              </a:spcBef>
              <a:buFontTx/>
              <a:buNone/>
            </a:pPr>
            <a:fld id="{0EF9015A-DAF8-47A9-8291-B9B5A3191301}" type="slidenum">
              <a:rPr lang="en-US" altLang="en-US" sz="1400" smtClean="0">
                <a:solidFill>
                  <a:schemeClr val="tx2"/>
                </a:solidFill>
                <a:latin typeface="Myriad Web Pro" charset="0"/>
              </a:rPr>
              <a:pPr algn="r" eaLnBrk="1" hangingPunct="1">
                <a:spcBef>
                  <a:spcPct val="0"/>
                </a:spcBef>
                <a:buFontTx/>
                <a:buNone/>
              </a:pPr>
              <a:t>11</a:t>
            </a:fld>
            <a:endParaRPr lang="en-US" altLang="en-US" sz="1400" dirty="0">
              <a:solidFill>
                <a:schemeClr val="tx2"/>
              </a:solidFill>
              <a:latin typeface="Myriad Web Pro" charset="0"/>
            </a:endParaRPr>
          </a:p>
        </p:txBody>
      </p:sp>
      <p:pic>
        <p:nvPicPr>
          <p:cNvPr id="6" name="Picture 5" descr="b.jpeg"/>
          <p:cNvPicPr>
            <a:picLocks noChangeAspect="1"/>
          </p:cNvPicPr>
          <p:nvPr/>
        </p:nvPicPr>
        <p:blipFill>
          <a:blip r:embed="rId3"/>
          <a:stretch>
            <a:fillRect/>
          </a:stretch>
        </p:blipFill>
        <p:spPr>
          <a:xfrm>
            <a:off x="762000" y="2195623"/>
            <a:ext cx="8040414" cy="3886200"/>
          </a:xfrm>
          <a:prstGeom prst="rect">
            <a:avLst/>
          </a:prstGeom>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7"/>
          <p:cNvSpPr txBox="1">
            <a:spLocks noChangeArrowheads="1"/>
          </p:cNvSpPr>
          <p:nvPr/>
        </p:nvSpPr>
        <p:spPr bwMode="auto">
          <a:xfrm>
            <a:off x="152400" y="762000"/>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Backend Roadmap</a:t>
            </a:r>
          </a:p>
        </p:txBody>
      </p:sp>
      <p:sp>
        <p:nvSpPr>
          <p:cNvPr id="2" name="TextBox 1"/>
          <p:cNvSpPr txBox="1"/>
          <p:nvPr/>
        </p:nvSpPr>
        <p:spPr>
          <a:xfrm>
            <a:off x="574675" y="1524000"/>
            <a:ext cx="8153400" cy="4401205"/>
          </a:xfrm>
          <a:prstGeom prst="rect">
            <a:avLst/>
          </a:prstGeom>
          <a:noFill/>
        </p:spPr>
        <p:txBody>
          <a:bodyPr wrap="square">
            <a:spAutoFit/>
          </a:bodyPr>
          <a:lstStyle/>
          <a:p>
            <a:pPr marL="342900" indent="-342900" algn="just" eaLnBrk="1" fontAlgn="auto" hangingPunct="1">
              <a:spcBef>
                <a:spcPts val="0"/>
              </a:spcBef>
              <a:spcAft>
                <a:spcPts val="0"/>
              </a:spcAft>
              <a:buFont typeface="Arial" pitchFamily="34" charset="0"/>
              <a:buChar char="•"/>
              <a:defRPr/>
            </a:pPr>
            <a:r>
              <a:rPr lang="en-US" sz="2800" b="1" dirty="0" smtClean="0">
                <a:latin typeface="Times New Roman" pitchFamily="18" charset="0"/>
                <a:cs typeface="Times New Roman" pitchFamily="18" charset="0"/>
              </a:rPr>
              <a:t>PHP</a:t>
            </a:r>
            <a:r>
              <a:rPr lang="en-US" sz="2800" dirty="0" smtClean="0">
                <a:latin typeface="Times New Roman" pitchFamily="18" charset="0"/>
                <a:cs typeface="Times New Roman" pitchFamily="18" charset="0"/>
              </a:rPr>
              <a:t>: PHP is a server-side scripting language designed specifically for web development.</a:t>
            </a:r>
          </a:p>
          <a:p>
            <a:pPr marL="342900" indent="-342900" algn="just" eaLnBrk="1" fontAlgn="auto" hangingPunct="1">
              <a:spcBef>
                <a:spcPts val="0"/>
              </a:spcBef>
              <a:spcAft>
                <a:spcPts val="0"/>
              </a:spcAft>
              <a:buFont typeface="Arial" pitchFamily="34" charset="0"/>
              <a:buChar char="•"/>
              <a:defRPr/>
            </a:pPr>
            <a:r>
              <a:rPr lang="en-US" sz="2800" b="1" dirty="0" smtClean="0">
                <a:latin typeface="Times New Roman" pitchFamily="18" charset="0"/>
                <a:cs typeface="Times New Roman" pitchFamily="18" charset="0"/>
              </a:rPr>
              <a:t>Java</a:t>
            </a:r>
            <a:r>
              <a:rPr lang="en-US" sz="2800" dirty="0" smtClean="0">
                <a:latin typeface="Times New Roman" pitchFamily="18" charset="0"/>
                <a:cs typeface="Times New Roman" pitchFamily="18" charset="0"/>
              </a:rPr>
              <a:t>: Java is one of the most popular and widely used programming language. It is highly scalable.</a:t>
            </a:r>
          </a:p>
          <a:p>
            <a:pPr marL="342900" indent="-342900" algn="just" eaLnBrk="1" fontAlgn="auto" hangingPunct="1">
              <a:spcBef>
                <a:spcPts val="0"/>
              </a:spcBef>
              <a:spcAft>
                <a:spcPts val="0"/>
              </a:spcAft>
              <a:buFont typeface="Arial" pitchFamily="34" charset="0"/>
              <a:buChar char="•"/>
              <a:defRPr/>
            </a:pPr>
            <a:r>
              <a:rPr lang="en-US" sz="2800" b="1" dirty="0" smtClean="0">
                <a:latin typeface="Times New Roman" pitchFamily="18" charset="0"/>
                <a:cs typeface="Times New Roman" pitchFamily="18" charset="0"/>
              </a:rPr>
              <a:t>Python</a:t>
            </a:r>
            <a:r>
              <a:rPr lang="en-US" sz="2800" dirty="0" smtClean="0">
                <a:latin typeface="Times New Roman" pitchFamily="18" charset="0"/>
                <a:cs typeface="Times New Roman" pitchFamily="18" charset="0"/>
              </a:rPr>
              <a:t>: Python is a programming language that lets you work quickly and integrate systems more efficiently.</a:t>
            </a:r>
          </a:p>
          <a:p>
            <a:pPr marL="342900" indent="-342900" algn="just" eaLnBrk="1" fontAlgn="auto" hangingPunct="1">
              <a:spcBef>
                <a:spcPts val="0"/>
              </a:spcBef>
              <a:spcAft>
                <a:spcPts val="0"/>
              </a:spcAft>
              <a:buFont typeface="Arial" pitchFamily="34" charset="0"/>
              <a:buChar char="•"/>
              <a:defRPr/>
            </a:pPr>
            <a:r>
              <a:rPr lang="en-US" sz="2800" b="1" dirty="0" smtClean="0">
                <a:latin typeface="Times New Roman" pitchFamily="18" charset="0"/>
                <a:cs typeface="Times New Roman" pitchFamily="18" charset="0"/>
              </a:rPr>
              <a:t>Node.js</a:t>
            </a:r>
            <a:r>
              <a:rPr lang="en-US" sz="2800" dirty="0" smtClean="0">
                <a:latin typeface="Times New Roman" pitchFamily="18" charset="0"/>
                <a:cs typeface="Times New Roman" pitchFamily="18" charset="0"/>
              </a:rPr>
              <a:t>: Node.js is an open source and cross-platform runtime environment for executing JavaScript code outside a browser.</a:t>
            </a:r>
          </a:p>
        </p:txBody>
      </p:sp>
      <p:cxnSp>
        <p:nvCxnSpPr>
          <p:cNvPr id="5" name="Straight Connector 4"/>
          <p:cNvCxnSpPr/>
          <p:nvPr/>
        </p:nvCxnSpPr>
        <p:spPr>
          <a:xfrm>
            <a:off x="609600" y="14478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22533"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r>
              <a:rPr lang="en-US" altLang="en-US" sz="1400" dirty="0" smtClean="0">
                <a:solidFill>
                  <a:schemeClr val="tx2"/>
                </a:solidFill>
                <a:latin typeface="Times New Roman"/>
                <a:cs typeface="Times New Roman"/>
              </a:rPr>
              <a:t>●●●</a:t>
            </a:r>
            <a:endParaRPr lang="en-US" altLang="en-US" sz="1400" dirty="0" smtClean="0">
              <a:solidFill>
                <a:schemeClr val="tx2"/>
              </a:solidFill>
              <a:latin typeface="Myriad Web Pro" charset="0"/>
            </a:endParaRPr>
          </a:p>
          <a:p>
            <a:pPr algn="r" eaLnBrk="1" hangingPunct="1">
              <a:spcBef>
                <a:spcPct val="0"/>
              </a:spcBef>
              <a:buFontTx/>
              <a:buNone/>
            </a:pPr>
            <a:fld id="{0EF9015A-DAF8-47A9-8291-B9B5A3191301}" type="slidenum">
              <a:rPr lang="en-US" altLang="en-US" sz="1400" smtClean="0">
                <a:solidFill>
                  <a:schemeClr val="tx2"/>
                </a:solidFill>
                <a:latin typeface="Myriad Web Pro" charset="0"/>
              </a:rPr>
              <a:pPr algn="r" eaLnBrk="1" hangingPunct="1">
                <a:spcBef>
                  <a:spcPct val="0"/>
                </a:spcBef>
                <a:buFontTx/>
                <a:buNone/>
              </a:pPr>
              <a:t>12</a:t>
            </a:fld>
            <a:endParaRPr lang="en-US" altLang="en-US" sz="1400" dirty="0">
              <a:solidFill>
                <a:schemeClr val="tx2"/>
              </a:solidFill>
              <a:latin typeface="Myriad Web Pro"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7"/>
          <p:cNvSpPr txBox="1">
            <a:spLocks noChangeArrowheads="1"/>
          </p:cNvSpPr>
          <p:nvPr/>
        </p:nvSpPr>
        <p:spPr bwMode="auto">
          <a:xfrm>
            <a:off x="0" y="8776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Backend Roadmap</a:t>
            </a:r>
          </a:p>
        </p:txBody>
      </p:sp>
      <p:sp>
        <p:nvSpPr>
          <p:cNvPr id="2" name="TextBox 1"/>
          <p:cNvSpPr txBox="1"/>
          <p:nvPr/>
        </p:nvSpPr>
        <p:spPr>
          <a:xfrm>
            <a:off x="838200" y="1638449"/>
            <a:ext cx="8153400" cy="3924151"/>
          </a:xfrm>
          <a:prstGeom prst="rect">
            <a:avLst/>
          </a:prstGeom>
          <a:noFill/>
        </p:spPr>
        <p:txBody>
          <a:bodyPr wrap="square">
            <a:spAutoFit/>
          </a:bodyPr>
          <a:lstStyle/>
          <a:p>
            <a:pPr marL="342900" indent="-342900" algn="just" eaLnBrk="1" fontAlgn="auto" hangingPunct="1">
              <a:spcBef>
                <a:spcPts val="0"/>
              </a:spcBef>
              <a:spcAft>
                <a:spcPts val="0"/>
              </a:spcAft>
              <a:defRPr/>
            </a:pPr>
            <a:r>
              <a:rPr lang="en-US" sz="3200" b="1" dirty="0" smtClean="0">
                <a:latin typeface="Times New Roman" pitchFamily="18" charset="0"/>
                <a:cs typeface="Times New Roman" pitchFamily="18" charset="0"/>
              </a:rPr>
              <a:t>Back End Frameworks</a:t>
            </a:r>
          </a:p>
          <a:p>
            <a:pPr marL="342900" indent="-342900" algn="just" eaLnBrk="1" fontAlgn="auto" hangingPunct="1">
              <a:spcBef>
                <a:spcPts val="0"/>
              </a:spcBef>
              <a:spcAft>
                <a:spcPts val="0"/>
              </a:spcAft>
              <a:defRPr/>
            </a:pPr>
            <a:endParaRPr lang="en-US" sz="2500" b="1" dirty="0" smtClean="0">
              <a:latin typeface="Times New Roman" pitchFamily="18" charset="0"/>
              <a:cs typeface="Times New Roman" pitchFamily="18" charset="0"/>
            </a:endParaRPr>
          </a:p>
          <a:p>
            <a:pPr marL="342900" indent="-342900" algn="just" eaLnBrk="1" fontAlgn="auto" hangingPunct="1">
              <a:spcBef>
                <a:spcPts val="0"/>
              </a:spcBef>
              <a:spcAft>
                <a:spcPts val="0"/>
              </a:spcAft>
              <a:defRPr/>
            </a:pPr>
            <a:r>
              <a:rPr lang="en-US" sz="3200" dirty="0" smtClean="0">
                <a:latin typeface="Times New Roman" pitchFamily="18" charset="0"/>
                <a:cs typeface="Times New Roman" pitchFamily="18" charset="0"/>
              </a:rPr>
              <a:t>The list of back end frameworks are: </a:t>
            </a:r>
          </a:p>
          <a:p>
            <a:pPr marL="342900" indent="-342900" algn="just" eaLnBrk="1" fontAlgn="auto" hangingPunct="1">
              <a:spcBef>
                <a:spcPts val="0"/>
              </a:spcBef>
              <a:spcAft>
                <a:spcPts val="0"/>
              </a:spcAft>
              <a:defRPr/>
            </a:pPr>
            <a:r>
              <a:rPr lang="en-US" sz="3200" dirty="0" smtClean="0">
                <a:latin typeface="Times New Roman" pitchFamily="18" charset="0"/>
                <a:cs typeface="Times New Roman" pitchFamily="18" charset="0"/>
              </a:rPr>
              <a:t>Express, </a:t>
            </a:r>
          </a:p>
          <a:p>
            <a:pPr marL="342900" indent="-342900" algn="just" eaLnBrk="1" fontAlgn="auto" hangingPunct="1">
              <a:spcBef>
                <a:spcPts val="0"/>
              </a:spcBef>
              <a:spcAft>
                <a:spcPts val="0"/>
              </a:spcAft>
              <a:defRPr/>
            </a:pPr>
            <a:r>
              <a:rPr lang="en-US" sz="3200" dirty="0" err="1" smtClean="0">
                <a:latin typeface="Times New Roman" pitchFamily="18" charset="0"/>
                <a:cs typeface="Times New Roman" pitchFamily="18" charset="0"/>
              </a:rPr>
              <a:t>Django</a:t>
            </a:r>
            <a:r>
              <a:rPr lang="en-US" sz="3200" dirty="0" smtClean="0">
                <a:latin typeface="Times New Roman" pitchFamily="18" charset="0"/>
                <a:cs typeface="Times New Roman" pitchFamily="18" charset="0"/>
              </a:rPr>
              <a:t>, </a:t>
            </a:r>
          </a:p>
          <a:p>
            <a:pPr marL="342900" indent="-342900" algn="just" eaLnBrk="1" fontAlgn="auto" hangingPunct="1">
              <a:spcBef>
                <a:spcPts val="0"/>
              </a:spcBef>
              <a:spcAft>
                <a:spcPts val="0"/>
              </a:spcAft>
              <a:defRPr/>
            </a:pPr>
            <a:r>
              <a:rPr lang="en-US" sz="3200" dirty="0" smtClean="0">
                <a:latin typeface="Times New Roman" pitchFamily="18" charset="0"/>
                <a:cs typeface="Times New Roman" pitchFamily="18" charset="0"/>
              </a:rPr>
              <a:t>Rails, </a:t>
            </a:r>
          </a:p>
          <a:p>
            <a:pPr marL="342900" indent="-342900" algn="just" eaLnBrk="1" fontAlgn="auto" hangingPunct="1">
              <a:spcBef>
                <a:spcPts val="0"/>
              </a:spcBef>
              <a:spcAft>
                <a:spcPts val="0"/>
              </a:spcAft>
              <a:defRPr/>
            </a:pPr>
            <a:r>
              <a:rPr lang="en-US" sz="3200" dirty="0" err="1" smtClean="0">
                <a:latin typeface="Times New Roman" pitchFamily="18" charset="0"/>
                <a:cs typeface="Times New Roman" pitchFamily="18" charset="0"/>
              </a:rPr>
              <a:t>Laravel</a:t>
            </a:r>
            <a:r>
              <a:rPr lang="en-US" sz="3200" dirty="0" smtClean="0">
                <a:latin typeface="Times New Roman" pitchFamily="18" charset="0"/>
                <a:cs typeface="Times New Roman" pitchFamily="18" charset="0"/>
              </a:rPr>
              <a:t>, </a:t>
            </a:r>
          </a:p>
          <a:p>
            <a:pPr marL="342900" indent="-342900" algn="just" eaLnBrk="1" fontAlgn="auto" hangingPunct="1">
              <a:spcBef>
                <a:spcPts val="0"/>
              </a:spcBef>
              <a:spcAft>
                <a:spcPts val="0"/>
              </a:spcAft>
              <a:defRPr/>
            </a:pPr>
            <a:r>
              <a:rPr lang="en-US" sz="3200" dirty="0" smtClean="0">
                <a:latin typeface="Times New Roman" pitchFamily="18" charset="0"/>
                <a:cs typeface="Times New Roman" pitchFamily="18" charset="0"/>
              </a:rPr>
              <a:t>Spring, etc.</a:t>
            </a:r>
          </a:p>
        </p:txBody>
      </p:sp>
      <p:cxnSp>
        <p:nvCxnSpPr>
          <p:cNvPr id="5" name="Straight Connector 4"/>
          <p:cNvCxnSpPr/>
          <p:nvPr/>
        </p:nvCxnSpPr>
        <p:spPr>
          <a:xfrm>
            <a:off x="609600" y="16002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22533"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endParaRPr lang="en-US" altLang="en-US" sz="1400" dirty="0" smtClean="0">
              <a:solidFill>
                <a:schemeClr val="tx2"/>
              </a:solidFill>
              <a:latin typeface="Myriad Web Pro" charset="0"/>
            </a:endParaRPr>
          </a:p>
          <a:p>
            <a:pPr algn="r" eaLnBrk="1" hangingPunct="1">
              <a:spcBef>
                <a:spcPct val="0"/>
              </a:spcBef>
              <a:buFontTx/>
              <a:buNone/>
            </a:pPr>
            <a:fld id="{0EF9015A-DAF8-47A9-8291-B9B5A3191301}" type="slidenum">
              <a:rPr lang="en-US" altLang="en-US" sz="1400" smtClean="0">
                <a:solidFill>
                  <a:schemeClr val="tx2"/>
                </a:solidFill>
                <a:latin typeface="Myriad Web Pro" charset="0"/>
              </a:rPr>
              <a:pPr algn="r" eaLnBrk="1" hangingPunct="1">
                <a:spcBef>
                  <a:spcPct val="0"/>
                </a:spcBef>
                <a:buFontTx/>
                <a:buNone/>
              </a:pPr>
              <a:t>13</a:t>
            </a:fld>
            <a:endParaRPr lang="en-US" altLang="en-US" sz="1400" dirty="0">
              <a:solidFill>
                <a:schemeClr val="tx2"/>
              </a:solidFill>
              <a:latin typeface="Myriad Web Pro"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7"/>
          <p:cNvSpPr txBox="1">
            <a:spLocks noChangeArrowheads="1"/>
          </p:cNvSpPr>
          <p:nvPr/>
        </p:nvSpPr>
        <p:spPr bwMode="auto">
          <a:xfrm>
            <a:off x="152400" y="7252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Full-Stack Developer</a:t>
            </a:r>
          </a:p>
        </p:txBody>
      </p:sp>
      <p:sp>
        <p:nvSpPr>
          <p:cNvPr id="2" name="TextBox 1"/>
          <p:cNvSpPr txBox="1"/>
          <p:nvPr/>
        </p:nvSpPr>
        <p:spPr>
          <a:xfrm>
            <a:off x="415925" y="1524000"/>
            <a:ext cx="8499475" cy="4893647"/>
          </a:xfrm>
          <a:prstGeom prst="rect">
            <a:avLst/>
          </a:prstGeom>
          <a:noFill/>
        </p:spPr>
        <p:txBody>
          <a:bodyPr wrap="square">
            <a:spAutoFit/>
          </a:bodyPr>
          <a:lstStyle/>
          <a:p>
            <a:pPr marL="342900" indent="-342900" algn="just" eaLnBrk="1" fontAlgn="auto" hangingPunct="1">
              <a:spcBef>
                <a:spcPts val="0"/>
              </a:spcBef>
              <a:spcAft>
                <a:spcPts val="0"/>
              </a:spcAft>
              <a:buFont typeface="Arial" pitchFamily="34" charset="0"/>
              <a:buChar char="•"/>
              <a:defRPr/>
            </a:pPr>
            <a:r>
              <a:rPr lang="en-US" sz="2600" dirty="0" smtClean="0">
                <a:latin typeface="Times New Roman" pitchFamily="18" charset="0"/>
                <a:cs typeface="Times New Roman" pitchFamily="18" charset="0"/>
              </a:rPr>
              <a:t>A Full-Stack Developer is someone familiar with both front- and back-end development. They are generalists, adept at wearing both hats, and familiar with every layer of development. Obviously, employers want to hire Full-Stack Developers – according to an Indeed study, they are the fourth-most in-demand job in tech.</a:t>
            </a:r>
          </a:p>
          <a:p>
            <a:pPr marL="342900" indent="-342900" algn="just" eaLnBrk="1" fontAlgn="auto" hangingPunct="1">
              <a:spcBef>
                <a:spcPts val="0"/>
              </a:spcBef>
              <a:spcAft>
                <a:spcPts val="0"/>
              </a:spcAft>
              <a:buFont typeface="Arial" pitchFamily="34" charset="0"/>
              <a:buChar char="•"/>
              <a:defRPr/>
            </a:pPr>
            <a:endParaRPr lang="en-US" sz="2600" dirty="0" smtClean="0">
              <a:latin typeface="Times New Roman" pitchFamily="18" charset="0"/>
              <a:cs typeface="Times New Roman" pitchFamily="18" charset="0"/>
            </a:endParaRPr>
          </a:p>
          <a:p>
            <a:pPr marL="342900" indent="-342900" algn="just" eaLnBrk="1" fontAlgn="auto" hangingPunct="1">
              <a:spcBef>
                <a:spcPts val="0"/>
              </a:spcBef>
              <a:spcAft>
                <a:spcPts val="0"/>
              </a:spcAft>
              <a:buFont typeface="Arial" pitchFamily="34" charset="0"/>
              <a:buChar char="•"/>
              <a:defRPr/>
            </a:pPr>
            <a:r>
              <a:rPr lang="en-US" sz="2600" dirty="0" smtClean="0">
                <a:latin typeface="Times New Roman" pitchFamily="18" charset="0"/>
                <a:cs typeface="Times New Roman" pitchFamily="18" charset="0"/>
              </a:rPr>
              <a:t>If the title is contentious, it’s in the generalist nature of the position. Developers who specialize in the front-end or back-end often bristle at the notion that someone could be equally adept at both – the expression “jack-of-all-trades, master of none” comes to mind.</a:t>
            </a:r>
          </a:p>
        </p:txBody>
      </p:sp>
      <p:cxnSp>
        <p:nvCxnSpPr>
          <p:cNvPr id="5" name="Straight Connector 4"/>
          <p:cNvCxnSpPr/>
          <p:nvPr/>
        </p:nvCxnSpPr>
        <p:spPr>
          <a:xfrm>
            <a:off x="609600" y="14478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22533"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endParaRPr lang="en-US" altLang="en-US" sz="1400" dirty="0" smtClean="0">
              <a:solidFill>
                <a:schemeClr val="tx2"/>
              </a:solidFill>
              <a:latin typeface="Myriad Web Pro" charset="0"/>
            </a:endParaRPr>
          </a:p>
          <a:p>
            <a:pPr algn="r" eaLnBrk="1" hangingPunct="1">
              <a:spcBef>
                <a:spcPct val="0"/>
              </a:spcBef>
              <a:buFontTx/>
              <a:buNone/>
            </a:pPr>
            <a:fld id="{0EF9015A-DAF8-47A9-8291-B9B5A3191301}" type="slidenum">
              <a:rPr lang="en-US" altLang="en-US" sz="1400" smtClean="0">
                <a:solidFill>
                  <a:schemeClr val="tx2"/>
                </a:solidFill>
                <a:latin typeface="Myriad Web Pro" charset="0"/>
              </a:rPr>
              <a:pPr algn="r" eaLnBrk="1" hangingPunct="1">
                <a:spcBef>
                  <a:spcPct val="0"/>
                </a:spcBef>
                <a:buFontTx/>
                <a:buNone/>
              </a:pPr>
              <a:t>14</a:t>
            </a:fld>
            <a:endParaRPr lang="en-US" altLang="en-US" sz="1400" dirty="0">
              <a:solidFill>
                <a:schemeClr val="tx2"/>
              </a:solidFill>
              <a:latin typeface="Myriad Web Pro"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7"/>
          <p:cNvSpPr txBox="1">
            <a:spLocks noChangeArrowheads="1"/>
          </p:cNvSpPr>
          <p:nvPr/>
        </p:nvSpPr>
        <p:spPr bwMode="auto">
          <a:xfrm>
            <a:off x="76200" y="8014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What Does Web-Developer Do?</a:t>
            </a:r>
          </a:p>
        </p:txBody>
      </p:sp>
      <p:sp>
        <p:nvSpPr>
          <p:cNvPr id="2" name="TextBox 1"/>
          <p:cNvSpPr txBox="1"/>
          <p:nvPr/>
        </p:nvSpPr>
        <p:spPr>
          <a:xfrm>
            <a:off x="685800" y="1524000"/>
            <a:ext cx="8153400" cy="3970318"/>
          </a:xfrm>
          <a:prstGeom prst="rect">
            <a:avLst/>
          </a:prstGeom>
          <a:noFill/>
        </p:spPr>
        <p:txBody>
          <a:bodyPr wrap="square">
            <a:spAutoFit/>
          </a:bodyPr>
          <a:lstStyle/>
          <a:p>
            <a:pPr>
              <a:lnSpc>
                <a:spcPct val="150000"/>
              </a:lnSpc>
              <a:buFont typeface="Arial" pitchFamily="34" charset="0"/>
              <a:buChar char="•"/>
            </a:pPr>
            <a:r>
              <a:rPr lang="en-US" sz="2800" dirty="0" smtClean="0">
                <a:latin typeface="Times New Roman" pitchFamily="18" charset="0"/>
                <a:cs typeface="Times New Roman" pitchFamily="18" charset="0"/>
              </a:rPr>
              <a:t>Translating wireframe designs into working code</a:t>
            </a:r>
          </a:p>
          <a:p>
            <a:pPr>
              <a:lnSpc>
                <a:spcPct val="150000"/>
              </a:lnSpc>
              <a:buFont typeface="Arial" pitchFamily="34" charset="0"/>
              <a:buChar char="•"/>
            </a:pPr>
            <a:r>
              <a:rPr lang="en-US" sz="2800" dirty="0" smtClean="0">
                <a:latin typeface="Times New Roman" pitchFamily="18" charset="0"/>
                <a:cs typeface="Times New Roman" pitchFamily="18" charset="0"/>
              </a:rPr>
              <a:t>Creating the architecture and content of a site</a:t>
            </a:r>
          </a:p>
          <a:p>
            <a:pPr>
              <a:lnSpc>
                <a:spcPct val="150000"/>
              </a:lnSpc>
              <a:buFont typeface="Arial" pitchFamily="34" charset="0"/>
              <a:buChar char="•"/>
            </a:pPr>
            <a:r>
              <a:rPr lang="en-US" sz="2800" dirty="0" smtClean="0">
                <a:latin typeface="Times New Roman" pitchFamily="18" charset="0"/>
                <a:cs typeface="Times New Roman" pitchFamily="18" charset="0"/>
              </a:rPr>
              <a:t>Building in functionality and </a:t>
            </a:r>
            <a:r>
              <a:rPr lang="en-US" sz="2800" dirty="0" err="1" smtClean="0">
                <a:latin typeface="Times New Roman" pitchFamily="18" charset="0"/>
                <a:cs typeface="Times New Roman" pitchFamily="18" charset="0"/>
              </a:rPr>
              <a:t>responsivity</a:t>
            </a:r>
            <a:endParaRPr lang="en-US" sz="2800" dirty="0" smtClean="0">
              <a:latin typeface="Times New Roman" pitchFamily="18" charset="0"/>
              <a:cs typeface="Times New Roman" pitchFamily="18" charset="0"/>
            </a:endParaRPr>
          </a:p>
          <a:p>
            <a:pPr>
              <a:lnSpc>
                <a:spcPct val="150000"/>
              </a:lnSpc>
              <a:buFont typeface="Arial" pitchFamily="34" charset="0"/>
              <a:buChar char="•"/>
            </a:pPr>
            <a:r>
              <a:rPr lang="en-US" sz="2800" dirty="0" smtClean="0">
                <a:latin typeface="Times New Roman" pitchFamily="18" charset="0"/>
                <a:cs typeface="Times New Roman" pitchFamily="18" charset="0"/>
              </a:rPr>
              <a:t>Making a site go live</a:t>
            </a:r>
          </a:p>
          <a:p>
            <a:pPr>
              <a:lnSpc>
                <a:spcPct val="150000"/>
              </a:lnSpc>
              <a:buFont typeface="Arial" pitchFamily="34" charset="0"/>
              <a:buChar char="•"/>
            </a:pPr>
            <a:r>
              <a:rPr lang="en-US" sz="2800" dirty="0" smtClean="0">
                <a:latin typeface="Times New Roman" pitchFamily="18" charset="0"/>
                <a:cs typeface="Times New Roman" pitchFamily="18" charset="0"/>
              </a:rPr>
              <a:t>Updating and renovating sites</a:t>
            </a:r>
          </a:p>
          <a:p>
            <a:pPr>
              <a:lnSpc>
                <a:spcPct val="150000"/>
              </a:lnSpc>
              <a:buFont typeface="Arial" pitchFamily="34" charset="0"/>
              <a:buChar char="•"/>
            </a:pPr>
            <a:r>
              <a:rPr lang="en-US" sz="2800" dirty="0" smtClean="0">
                <a:latin typeface="Times New Roman" pitchFamily="18" charset="0"/>
                <a:cs typeface="Times New Roman" pitchFamily="18" charset="0"/>
              </a:rPr>
              <a:t>Troubleshooting, fixing bugs, and glitches</a:t>
            </a:r>
          </a:p>
        </p:txBody>
      </p:sp>
      <p:cxnSp>
        <p:nvCxnSpPr>
          <p:cNvPr id="5" name="Straight Connector 4"/>
          <p:cNvCxnSpPr/>
          <p:nvPr/>
        </p:nvCxnSpPr>
        <p:spPr>
          <a:xfrm>
            <a:off x="609600" y="14478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22533"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endParaRPr lang="en-US" altLang="en-US" sz="1400" dirty="0" smtClean="0">
              <a:solidFill>
                <a:schemeClr val="tx2"/>
              </a:solidFill>
              <a:latin typeface="Myriad Web Pro" charset="0"/>
            </a:endParaRPr>
          </a:p>
          <a:p>
            <a:pPr algn="r" eaLnBrk="1" hangingPunct="1">
              <a:spcBef>
                <a:spcPct val="0"/>
              </a:spcBef>
              <a:buFontTx/>
              <a:buNone/>
            </a:pPr>
            <a:fld id="{0EF9015A-DAF8-47A9-8291-B9B5A3191301}" type="slidenum">
              <a:rPr lang="en-US" altLang="en-US" sz="1400" smtClean="0">
                <a:solidFill>
                  <a:schemeClr val="tx2"/>
                </a:solidFill>
                <a:latin typeface="Myriad Web Pro" charset="0"/>
              </a:rPr>
              <a:pPr algn="r" eaLnBrk="1" hangingPunct="1">
                <a:spcBef>
                  <a:spcPct val="0"/>
                </a:spcBef>
                <a:buFontTx/>
                <a:buNone/>
              </a:pPr>
              <a:t>15</a:t>
            </a:fld>
            <a:endParaRPr lang="en-US" altLang="en-US" sz="1400" dirty="0">
              <a:solidFill>
                <a:schemeClr val="tx2"/>
              </a:solidFill>
              <a:latin typeface="Myriad Web Pro"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7"/>
          <p:cNvSpPr txBox="1">
            <a:spLocks noChangeArrowheads="1"/>
          </p:cNvSpPr>
          <p:nvPr/>
        </p:nvSpPr>
        <p:spPr bwMode="auto">
          <a:xfrm>
            <a:off x="304800" y="877669"/>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None/>
            </a:pPr>
            <a:r>
              <a:rPr lang="en-US" altLang="en-US" sz="3600" dirty="0" smtClean="0">
                <a:solidFill>
                  <a:schemeClr val="tx2"/>
                </a:solidFill>
                <a:latin typeface="Times New Roman" pitchFamily="18" charset="0"/>
                <a:cs typeface="Times New Roman" pitchFamily="18" charset="0"/>
              </a:rPr>
              <a:t>Tools Used</a:t>
            </a:r>
          </a:p>
        </p:txBody>
      </p:sp>
      <p:sp>
        <p:nvSpPr>
          <p:cNvPr id="2" name="TextBox 1"/>
          <p:cNvSpPr txBox="1"/>
          <p:nvPr/>
        </p:nvSpPr>
        <p:spPr>
          <a:xfrm>
            <a:off x="685800" y="1600200"/>
            <a:ext cx="8153400" cy="4893647"/>
          </a:xfrm>
          <a:prstGeom prst="rect">
            <a:avLst/>
          </a:prstGeom>
          <a:noFill/>
        </p:spPr>
        <p:txBody>
          <a:bodyPr wrap="square">
            <a:spAutoFit/>
          </a:bodyPr>
          <a:lstStyle/>
          <a:p>
            <a:pPr>
              <a:buFont typeface="Arial" pitchFamily="34" charset="0"/>
              <a:buChar char="•"/>
            </a:pPr>
            <a:r>
              <a:rPr lang="en-US" sz="2600" dirty="0" err="1" smtClean="0"/>
              <a:t>WordPress</a:t>
            </a:r>
            <a:endParaRPr lang="en-US" sz="2600" dirty="0" smtClean="0"/>
          </a:p>
          <a:p>
            <a:pPr>
              <a:buFont typeface="Arial" pitchFamily="34" charset="0"/>
              <a:buChar char="•"/>
            </a:pPr>
            <a:r>
              <a:rPr lang="en-US" sz="2600" dirty="0" err="1" smtClean="0"/>
              <a:t>Joomla</a:t>
            </a:r>
            <a:r>
              <a:rPr lang="en-US" sz="2600" dirty="0" smtClean="0"/>
              <a:t>!</a:t>
            </a:r>
          </a:p>
          <a:p>
            <a:pPr>
              <a:buFont typeface="Arial" pitchFamily="34" charset="0"/>
              <a:buChar char="•"/>
            </a:pPr>
            <a:r>
              <a:rPr lang="en-US" sz="2600" dirty="0" err="1" smtClean="0"/>
              <a:t>Drupal</a:t>
            </a:r>
            <a:endParaRPr lang="en-US" sz="2600" dirty="0" smtClean="0"/>
          </a:p>
          <a:p>
            <a:pPr>
              <a:buFont typeface="Arial" pitchFamily="34" charset="0"/>
              <a:buChar char="•"/>
            </a:pPr>
            <a:r>
              <a:rPr lang="en-US" sz="2600" dirty="0" smtClean="0"/>
              <a:t>TYPO3</a:t>
            </a:r>
          </a:p>
          <a:p>
            <a:pPr>
              <a:buFont typeface="Arial" pitchFamily="34" charset="0"/>
              <a:buChar char="•"/>
            </a:pPr>
            <a:r>
              <a:rPr lang="en-US" sz="2600" dirty="0" smtClean="0"/>
              <a:t>Adobe Experience Manager</a:t>
            </a:r>
          </a:p>
          <a:p>
            <a:pPr>
              <a:buFont typeface="Arial" pitchFamily="34" charset="0"/>
              <a:buChar char="•"/>
            </a:pPr>
            <a:r>
              <a:rPr lang="en-US" sz="2600" dirty="0" smtClean="0"/>
              <a:t>Sketch – A toolkit for digital designs</a:t>
            </a:r>
          </a:p>
          <a:p>
            <a:pPr>
              <a:buFont typeface="Arial" pitchFamily="34" charset="0"/>
              <a:buChar char="•"/>
            </a:pPr>
            <a:r>
              <a:rPr lang="en-US" sz="2600" dirty="0" err="1" smtClean="0"/>
              <a:t>InVision</a:t>
            </a:r>
            <a:r>
              <a:rPr lang="en-US" sz="2600" dirty="0" smtClean="0"/>
              <a:t> Cloud – A leading digital product design platform</a:t>
            </a:r>
          </a:p>
          <a:p>
            <a:pPr>
              <a:buFont typeface="Arial" pitchFamily="34" charset="0"/>
              <a:buChar char="•"/>
            </a:pPr>
            <a:r>
              <a:rPr lang="en-US" sz="2600" dirty="0" smtClean="0"/>
              <a:t>Sublime Text – A code editor for advanced website design</a:t>
            </a:r>
          </a:p>
          <a:p>
            <a:pPr>
              <a:buFont typeface="Arial" pitchFamily="34" charset="0"/>
              <a:buChar char="•"/>
            </a:pPr>
            <a:r>
              <a:rPr lang="en-US" sz="2600" dirty="0" smtClean="0"/>
              <a:t>Foundation – A family of front-end frameworks</a:t>
            </a:r>
          </a:p>
          <a:p>
            <a:pPr>
              <a:buFont typeface="Arial" pitchFamily="34" charset="0"/>
              <a:buChar char="•"/>
            </a:pPr>
            <a:r>
              <a:rPr lang="en-US" sz="2600" dirty="0" smtClean="0"/>
              <a:t>Chrome </a:t>
            </a:r>
            <a:r>
              <a:rPr lang="en-US" sz="2600" dirty="0" err="1" smtClean="0"/>
              <a:t>DevTools</a:t>
            </a:r>
            <a:r>
              <a:rPr lang="en-US" sz="2600" dirty="0" smtClean="0"/>
              <a:t> – Tools from the popular browser that facilitate web development</a:t>
            </a:r>
          </a:p>
          <a:p>
            <a:pPr>
              <a:buFont typeface="Arial" pitchFamily="34" charset="0"/>
              <a:buChar char="•"/>
            </a:pPr>
            <a:endParaRPr lang="en-US" sz="2600" dirty="0"/>
          </a:p>
        </p:txBody>
      </p:sp>
      <p:cxnSp>
        <p:nvCxnSpPr>
          <p:cNvPr id="5" name="Straight Connector 4"/>
          <p:cNvCxnSpPr/>
          <p:nvPr/>
        </p:nvCxnSpPr>
        <p:spPr>
          <a:xfrm>
            <a:off x="609600" y="15240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22533"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endParaRPr lang="en-US" altLang="en-US" sz="1400" dirty="0" smtClean="0">
              <a:solidFill>
                <a:srgbClr val="0039A6"/>
              </a:solidFill>
              <a:latin typeface="Myriad Web Pro" charset="0"/>
            </a:endParaRPr>
          </a:p>
          <a:p>
            <a:pPr algn="r" eaLnBrk="1" hangingPunct="1">
              <a:spcBef>
                <a:spcPct val="0"/>
              </a:spcBef>
              <a:buFontTx/>
              <a:buNone/>
            </a:pPr>
            <a:fld id="{0EF9015A-DAF8-47A9-8291-B9B5A3191301}" type="slidenum">
              <a:rPr lang="en-US" altLang="en-US" sz="1400" smtClean="0">
                <a:solidFill>
                  <a:schemeClr val="tx2"/>
                </a:solidFill>
                <a:latin typeface="Myriad Web Pro" charset="0"/>
              </a:rPr>
              <a:pPr algn="r" eaLnBrk="1" hangingPunct="1">
                <a:spcBef>
                  <a:spcPct val="0"/>
                </a:spcBef>
                <a:buFontTx/>
                <a:buNone/>
              </a:pPr>
              <a:t>16</a:t>
            </a:fld>
            <a:endParaRPr lang="en-US" altLang="en-US" sz="1400" dirty="0">
              <a:solidFill>
                <a:schemeClr val="tx2"/>
              </a:solidFill>
              <a:latin typeface="Myriad Web Pro" charset="0"/>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7"/>
          <p:cNvSpPr txBox="1">
            <a:spLocks noChangeArrowheads="1"/>
          </p:cNvSpPr>
          <p:nvPr/>
        </p:nvSpPr>
        <p:spPr bwMode="auto">
          <a:xfrm>
            <a:off x="152400" y="838200"/>
            <a:ext cx="8763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sz="3600" dirty="0" smtClean="0">
                <a:solidFill>
                  <a:schemeClr val="tx2"/>
                </a:solidFill>
                <a:latin typeface="Times New Roman" pitchFamily="18" charset="0"/>
                <a:cs typeface="Times New Roman" pitchFamily="18" charset="0"/>
              </a:rPr>
              <a:t>Conclusion</a:t>
            </a:r>
          </a:p>
        </p:txBody>
      </p:sp>
      <p:sp>
        <p:nvSpPr>
          <p:cNvPr id="2" name="TextBox 1"/>
          <p:cNvSpPr txBox="1"/>
          <p:nvPr/>
        </p:nvSpPr>
        <p:spPr>
          <a:xfrm>
            <a:off x="685800" y="1524000"/>
            <a:ext cx="8153400" cy="3970318"/>
          </a:xfrm>
          <a:prstGeom prst="rect">
            <a:avLst/>
          </a:prstGeom>
          <a:noFill/>
        </p:spPr>
        <p:txBody>
          <a:bodyPr wrap="square">
            <a:spAutoFit/>
          </a:bodyPr>
          <a:lstStyle/>
          <a:p>
            <a:pPr>
              <a:buFont typeface="Arial" pitchFamily="34" charset="0"/>
              <a:buChar char="•"/>
            </a:pPr>
            <a:r>
              <a:rPr lang="en-US" sz="2800" dirty="0" smtClean="0"/>
              <a:t>In today's Web development, a good page design is essential. A bad design will lead to the loss of visitors and that can lead to a loss of business. In general, a good page layout has to satisfy the basic elements of a good page design. </a:t>
            </a:r>
          </a:p>
          <a:p>
            <a:pPr>
              <a:buFont typeface="Arial" pitchFamily="34" charset="0"/>
              <a:buChar char="•"/>
            </a:pPr>
            <a:r>
              <a:rPr lang="en-US" sz="2800" dirty="0" smtClean="0"/>
              <a:t>This includes color contrast, text organization, font selection, style of a page, page size, graphics used, and consistency. In order to create a well-designed page for a specific audience. </a:t>
            </a:r>
            <a:endParaRPr lang="en-US" sz="2800" dirty="0">
              <a:latin typeface="Times New Roman" pitchFamily="18" charset="0"/>
              <a:cs typeface="Times New Roman" pitchFamily="18" charset="0"/>
            </a:endParaRPr>
          </a:p>
        </p:txBody>
      </p:sp>
      <p:cxnSp>
        <p:nvCxnSpPr>
          <p:cNvPr id="5" name="Straight Connector 4"/>
          <p:cNvCxnSpPr/>
          <p:nvPr/>
        </p:nvCxnSpPr>
        <p:spPr>
          <a:xfrm>
            <a:off x="609600" y="1524000"/>
            <a:ext cx="8042275" cy="0"/>
          </a:xfrm>
          <a:prstGeom prst="line">
            <a:avLst/>
          </a:prstGeom>
          <a:ln>
            <a:solidFill>
              <a:schemeClr val="tx1"/>
            </a:solidFill>
          </a:ln>
          <a:effectLst/>
        </p:spPr>
        <p:style>
          <a:lnRef idx="2">
            <a:schemeClr val="dk1"/>
          </a:lnRef>
          <a:fillRef idx="0">
            <a:schemeClr val="dk1"/>
          </a:fillRef>
          <a:effectRef idx="1">
            <a:schemeClr val="dk1"/>
          </a:effectRef>
          <a:fontRef idx="minor">
            <a:schemeClr val="tx1"/>
          </a:fontRef>
        </p:style>
      </p:cxnSp>
      <p:sp>
        <p:nvSpPr>
          <p:cNvPr id="22533" name="Slide Number Placeholder 1"/>
          <p:cNvSpPr txBox="1">
            <a:spLocks/>
          </p:cNvSpPr>
          <p:nvPr/>
        </p:nvSpPr>
        <p:spPr bwMode="auto">
          <a:xfrm>
            <a:off x="6553200" y="617220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EF9015A-DAF8-47A9-8291-B9B5A3191301}" type="slidenum">
              <a:rPr lang="en-US" altLang="en-US" sz="1400">
                <a:solidFill>
                  <a:schemeClr val="tx2"/>
                </a:solidFill>
                <a:latin typeface="Myriad Web Pro" charset="0"/>
              </a:rPr>
              <a:pPr algn="r" eaLnBrk="1" hangingPunct="1">
                <a:spcBef>
                  <a:spcPct val="0"/>
                </a:spcBef>
                <a:buFontTx/>
                <a:buNone/>
              </a:pPr>
              <a:t>17</a:t>
            </a:fld>
            <a:endParaRPr lang="en-US" altLang="en-US" sz="1400" dirty="0">
              <a:solidFill>
                <a:schemeClr val="tx2"/>
              </a:solidFill>
              <a:latin typeface="Myriad Web Pro"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01040"/>
            <a:ext cx="8183880" cy="1051560"/>
          </a:xfrm>
        </p:spPr>
        <p:txBody>
          <a:bodyPr/>
          <a:lstStyle/>
          <a:p>
            <a:r>
              <a:rPr lang="en-US" dirty="0">
                <a:solidFill>
                  <a:srgbClr val="FFFF00"/>
                </a:solidFill>
              </a:rPr>
              <a:t>References</a:t>
            </a:r>
          </a:p>
        </p:txBody>
      </p:sp>
      <p:sp>
        <p:nvSpPr>
          <p:cNvPr id="3" name="Content Placeholder 2"/>
          <p:cNvSpPr>
            <a:spLocks noGrp="1"/>
          </p:cNvSpPr>
          <p:nvPr>
            <p:ph idx="1"/>
          </p:nvPr>
        </p:nvSpPr>
        <p:spPr>
          <a:xfrm>
            <a:off x="152400" y="2057400"/>
            <a:ext cx="8183880" cy="4187952"/>
          </a:xfrm>
        </p:spPr>
        <p:txBody>
          <a:bodyPr/>
          <a:lstStyle/>
          <a:p>
            <a:pPr lvl="1"/>
            <a:r>
              <a:rPr lang="en-US" dirty="0" smtClean="0">
                <a:solidFill>
                  <a:schemeClr val="tx2"/>
                </a:solidFill>
              </a:rPr>
              <a:t>Google.com</a:t>
            </a:r>
          </a:p>
          <a:p>
            <a:pPr lvl="1"/>
            <a:r>
              <a:rPr lang="en-US" dirty="0" smtClean="0">
                <a:solidFill>
                  <a:schemeClr val="tx2"/>
                </a:solidFill>
              </a:rPr>
              <a:t>Wikipedia.org</a:t>
            </a:r>
          </a:p>
          <a:p>
            <a:pPr lvl="1"/>
            <a:r>
              <a:rPr lang="en-US" dirty="0" smtClean="0">
                <a:solidFill>
                  <a:schemeClr val="tx2"/>
                </a:solidFill>
              </a:rPr>
              <a:t>Studymafia.org</a:t>
            </a:r>
          </a:p>
          <a:p>
            <a:pPr lvl="1"/>
            <a:r>
              <a:rPr lang="en-US" dirty="0" smtClean="0">
                <a:solidFill>
                  <a:schemeClr val="tx2"/>
                </a:solidFill>
              </a:rPr>
              <a:t>Slidespanda.com</a:t>
            </a:r>
          </a:p>
        </p:txBody>
      </p:sp>
    </p:spTree>
    <p:extLst>
      <p:ext uri="{BB962C8B-B14F-4D97-AF65-F5344CB8AC3E}">
        <p14:creationId xmlns:p14="http://schemas.microsoft.com/office/powerpoint/2010/main" val="2330990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905000"/>
            <a:ext cx="7620000" cy="2803733"/>
          </a:xfrm>
          <a:solidFill>
            <a:schemeClr val="tx2"/>
          </a:solidFill>
        </p:spPr>
        <p:txBody>
          <a:bodyPr/>
          <a:lstStyle/>
          <a:p>
            <a:pPr marL="0" indent="0" algn="ctr"/>
            <a:r>
              <a:rPr lang="en-US" sz="5400" b="1" dirty="0">
                <a:solidFill>
                  <a:srgbClr val="FF0000"/>
                </a:solidFill>
              </a:rPr>
              <a:t>Thanks</a:t>
            </a:r>
            <a:br>
              <a:rPr lang="en-US" sz="5400" b="1" dirty="0">
                <a:solidFill>
                  <a:srgbClr val="FF0000"/>
                </a:solidFill>
              </a:rPr>
            </a:br>
            <a:r>
              <a:rPr lang="en-US" sz="5400" b="1" dirty="0">
                <a:solidFill>
                  <a:srgbClr val="FF0000"/>
                </a:solidFill>
              </a:rPr>
              <a:t>To </a:t>
            </a:r>
            <a:r>
              <a:rPr lang="en-US" sz="5400" b="1" dirty="0">
                <a:solidFill>
                  <a:schemeClr val="bg2">
                    <a:lumMod val="50000"/>
                  </a:schemeClr>
                </a:solidFill>
              </a:rPr>
              <a:t/>
            </a:r>
            <a:br>
              <a:rPr lang="en-US" sz="5400" b="1" dirty="0">
                <a:solidFill>
                  <a:schemeClr val="bg2">
                    <a:lumMod val="50000"/>
                  </a:schemeClr>
                </a:solidFill>
              </a:rPr>
            </a:br>
            <a:r>
              <a:rPr lang="en-US" sz="5400" b="1" dirty="0" smtClean="0">
                <a:solidFill>
                  <a:srgbClr val="0070C0"/>
                </a:solidFill>
              </a:rPr>
              <a:t>StudyMafia</a:t>
            </a:r>
            <a:r>
              <a:rPr lang="en-US" sz="5400" b="1" dirty="0" smtClean="0">
                <a:solidFill>
                  <a:schemeClr val="bg2">
                    <a:lumMod val="75000"/>
                    <a:lumOff val="25000"/>
                  </a:schemeClr>
                </a:solidFill>
              </a:rPr>
              <a:t>.org</a:t>
            </a:r>
            <a:endParaRPr lang="en-US" sz="5400" b="1" dirty="0">
              <a:solidFill>
                <a:schemeClr val="bg2">
                  <a:lumMod val="75000"/>
                  <a:lumOff val="25000"/>
                </a:schemeClr>
              </a:solidFill>
            </a:endParaRPr>
          </a:p>
        </p:txBody>
      </p:sp>
    </p:spTree>
    <p:extLst>
      <p:ext uri="{BB962C8B-B14F-4D97-AF65-F5344CB8AC3E}">
        <p14:creationId xmlns:p14="http://schemas.microsoft.com/office/powerpoint/2010/main" val="1092216678"/>
      </p:ext>
    </p:extLst>
  </p:cSld>
  <p:clrMapOvr>
    <a:masterClrMapping/>
  </p:clrMapOvr>
</p:sld>
</file>

<file path=ppt/theme/theme1.xml><?xml version="1.0" encoding="utf-8"?>
<a:theme xmlns:a="http://schemas.openxmlformats.org/drawingml/2006/main" name="7_SEPDPO">
  <a:themeElements>
    <a:clrScheme name="OSELS Light PPT Colors">
      <a:dk1>
        <a:srgbClr val="0039A6"/>
      </a:dk1>
      <a:lt1>
        <a:srgbClr val="FFFFFF"/>
      </a:lt1>
      <a:dk2>
        <a:srgbClr val="3077FF"/>
      </a:dk2>
      <a:lt2>
        <a:srgbClr val="4B4B4B"/>
      </a:lt2>
      <a:accent1>
        <a:srgbClr val="0039A6"/>
      </a:accent1>
      <a:accent2>
        <a:srgbClr val="9E302D"/>
      </a:accent2>
      <a:accent3>
        <a:srgbClr val="5B8F22"/>
      </a:accent3>
      <a:accent4>
        <a:srgbClr val="532E60"/>
      </a:accent4>
      <a:accent5>
        <a:srgbClr val="FDC82F"/>
      </a:accent5>
      <a:accent6>
        <a:srgbClr val="0CC6DE"/>
      </a:accent6>
      <a:hlink>
        <a:srgbClr val="002060"/>
      </a:hlink>
      <a:folHlink>
        <a:srgbClr val="0053F2"/>
      </a:folHlink>
    </a:clrScheme>
    <a:fontScheme name="CDC Myriad Web Pro">
      <a:majorFont>
        <a:latin typeface="Myriad Web Pro"/>
        <a:ea typeface=""/>
        <a:cs typeface=""/>
      </a:majorFont>
      <a:minorFont>
        <a:latin typeface="Myriad Web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66CCFF"/>
        </a:solidFill>
        <a:ln w="9525">
          <a:miter lim="800000"/>
          <a:headEnd/>
          <a:tailEnd/>
        </a:ln>
      </a:spPr>
      <a:bodyPr wrap="none" rtlCol="0" anchor="ctr">
        <a:flatTx/>
      </a:bodyPr>
      <a:lstStyle>
        <a:defPPr algn="ctr">
          <a:defRPr sz="1200" b="1" dirty="0">
            <a:solidFill>
              <a:schemeClr val="bg1"/>
            </a:solidFill>
            <a:latin typeface="Tahoma" pitchFamily="34" charset="0"/>
          </a:defRPr>
        </a:defPPr>
      </a:lstStyle>
    </a:spDef>
    <a:lnDef>
      <a:spPr>
        <a:ln w="22225">
          <a:solidFill>
            <a:srgbClr val="0A0A0A"/>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Theme38">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eme28">
  <a:themeElements>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fontScheme name="Capsules">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Capsules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Capsules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Theme28">
  <a:themeElements>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fontScheme name="Capsules">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Capsules 1">
        <a:dk1>
          <a:srgbClr val="000066"/>
        </a:dk1>
        <a:lt1>
          <a:srgbClr val="FFFFEB"/>
        </a:lt1>
        <a:dk2>
          <a:srgbClr val="336699"/>
        </a:dk2>
        <a:lt2>
          <a:srgbClr val="FFFFEB"/>
        </a:lt2>
        <a:accent1>
          <a:srgbClr val="666699"/>
        </a:accent1>
        <a:accent2>
          <a:srgbClr val="99CCFF"/>
        </a:accent2>
        <a:accent3>
          <a:srgbClr val="ADB8CA"/>
        </a:accent3>
        <a:accent4>
          <a:srgbClr val="DADAC9"/>
        </a:accent4>
        <a:accent5>
          <a:srgbClr val="B8B8CA"/>
        </a:accent5>
        <a:accent6>
          <a:srgbClr val="8AB9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2">
        <a:dk1>
          <a:srgbClr val="003366"/>
        </a:dk1>
        <a:lt1>
          <a:srgbClr val="FFFFFF"/>
        </a:lt1>
        <a:dk2>
          <a:srgbClr val="006666"/>
        </a:dk2>
        <a:lt2>
          <a:srgbClr val="003366"/>
        </a:lt2>
        <a:accent1>
          <a:srgbClr val="99CC99"/>
        </a:accent1>
        <a:accent2>
          <a:srgbClr val="33CCCC"/>
        </a:accent2>
        <a:accent3>
          <a:srgbClr val="FFFFFF"/>
        </a:accent3>
        <a:accent4>
          <a:srgbClr val="002A56"/>
        </a:accent4>
        <a:accent5>
          <a:srgbClr val="CAE2CA"/>
        </a:accent5>
        <a:accent6>
          <a:srgbClr val="2DB9B9"/>
        </a:accent6>
        <a:hlink>
          <a:srgbClr val="666699"/>
        </a:hlink>
        <a:folHlink>
          <a:srgbClr val="CC99FF"/>
        </a:folHlink>
      </a:clrScheme>
      <a:clrMap bg1="lt1" tx1="dk1" bg2="lt2" tx2="dk2" accent1="accent1" accent2="accent2" accent3="accent3" accent4="accent4" accent5="accent5" accent6="accent6" hlink="hlink" folHlink="folHlink"/>
    </a:extraClrScheme>
    <a:extraClrScheme>
      <a:clrScheme name="Capsules 3">
        <a:dk1>
          <a:srgbClr val="000000"/>
        </a:dk1>
        <a:lt1>
          <a:srgbClr val="FFFFFF"/>
        </a:lt1>
        <a:dk2>
          <a:srgbClr val="000000"/>
        </a:dk2>
        <a:lt2>
          <a:srgbClr val="5F5F5F"/>
        </a:lt2>
        <a:accent1>
          <a:srgbClr val="C0C0C0"/>
        </a:accent1>
        <a:accent2>
          <a:srgbClr val="808080"/>
        </a:accent2>
        <a:accent3>
          <a:srgbClr val="FFFFFF"/>
        </a:accent3>
        <a:accent4>
          <a:srgbClr val="000000"/>
        </a:accent4>
        <a:accent5>
          <a:srgbClr val="DCDCDC"/>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33CC"/>
        </a:lt2>
        <a:accent1>
          <a:srgbClr val="FFCC66"/>
        </a:accent1>
        <a:accent2>
          <a:srgbClr val="33CC33"/>
        </a:accent2>
        <a:accent3>
          <a:srgbClr val="FFFFFF"/>
        </a:accent3>
        <a:accent4>
          <a:srgbClr val="000000"/>
        </a:accent4>
        <a:accent5>
          <a:srgbClr val="FFE2B8"/>
        </a:accent5>
        <a:accent6>
          <a:srgbClr val="2DB92D"/>
        </a:accent6>
        <a:hlink>
          <a:srgbClr val="9900CC"/>
        </a:hlink>
        <a:folHlink>
          <a:srgbClr val="9900CC"/>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heme29">
  <a:themeElements>
    <a:clrScheme name="Custom 7">
      <a:dk1>
        <a:sysClr val="windowText" lastClr="000000"/>
      </a:dk1>
      <a:lt1>
        <a:srgbClr val="FFFFFF"/>
      </a:lt1>
      <a:dk2>
        <a:srgbClr val="1F497D"/>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atur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Nature 1">
        <a:dk1>
          <a:srgbClr val="666699"/>
        </a:dk1>
        <a:lt1>
          <a:srgbClr val="FFFFCC"/>
        </a:lt1>
        <a:dk2>
          <a:srgbClr val="687FCA"/>
        </a:dk2>
        <a:lt2>
          <a:srgbClr val="192449"/>
        </a:lt2>
        <a:accent1>
          <a:srgbClr val="C9DDF1"/>
        </a:accent1>
        <a:accent2>
          <a:srgbClr val="FAC164"/>
        </a:accent2>
        <a:accent3>
          <a:srgbClr val="B9C0E1"/>
        </a:accent3>
        <a:accent4>
          <a:srgbClr val="DADAAE"/>
        </a:accent4>
        <a:accent5>
          <a:srgbClr val="E1EBF7"/>
        </a:accent5>
        <a:accent6>
          <a:srgbClr val="E3AF5A"/>
        </a:accent6>
        <a:hlink>
          <a:srgbClr val="B0AE6A"/>
        </a:hlink>
        <a:folHlink>
          <a:srgbClr val="C3E684"/>
        </a:folHlink>
      </a:clrScheme>
      <a:clrMap bg1="dk2" tx1="lt1" bg2="dk1" tx2="lt2" accent1="accent1" accent2="accent2" accent3="accent3" accent4="accent4" accent5="accent5" accent6="accent6" hlink="hlink" folHlink="folHlink"/>
    </a:extraClrScheme>
    <a:extraClrScheme>
      <a:clrScheme name="Nature 2">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B0AE6A"/>
        </a:hlink>
        <a:folHlink>
          <a:srgbClr val="C3E684"/>
        </a:folHlink>
      </a:clrScheme>
      <a:clrMap bg1="lt1" tx1="dk1" bg2="lt2" tx2="dk2" accent1="accent1" accent2="accent2" accent3="accent3" accent4="accent4" accent5="accent5" accent6="accent6" hlink="hlink" folHlink="folHlink"/>
    </a:extraClrScheme>
    <a:extraClrScheme>
      <a:clrScheme name="Nature 3">
        <a:dk1>
          <a:srgbClr val="333333"/>
        </a:dk1>
        <a:lt1>
          <a:srgbClr val="FFFFFF"/>
        </a:lt1>
        <a:dk2>
          <a:srgbClr val="000000"/>
        </a:dk2>
        <a:lt2>
          <a:srgbClr val="DDDDDD"/>
        </a:lt2>
        <a:accent1>
          <a:srgbClr val="DDDDDD"/>
        </a:accent1>
        <a:accent2>
          <a:srgbClr val="B2B2B2"/>
        </a:accent2>
        <a:accent3>
          <a:srgbClr val="FFFFFF"/>
        </a:accent3>
        <a:accent4>
          <a:srgbClr val="2A2A2A"/>
        </a:accent4>
        <a:accent5>
          <a:srgbClr val="EBEBEB"/>
        </a:accent5>
        <a:accent6>
          <a:srgbClr val="A1A1A1"/>
        </a:accent6>
        <a:hlink>
          <a:srgbClr val="808080"/>
        </a:hlink>
        <a:folHlink>
          <a:srgbClr val="5F5F5F"/>
        </a:folHlink>
      </a:clrScheme>
      <a:clrMap bg1="lt1" tx1="dk1" bg2="lt2" tx2="dk2" accent1="accent1" accent2="accent2" accent3="accent3" accent4="accent4" accent5="accent5" accent6="accent6" hlink="hlink" folHlink="folHlink"/>
    </a:extraClrScheme>
    <a:extraClrScheme>
      <a:clrScheme name="Nature 4">
        <a:dk1>
          <a:srgbClr val="8061A5"/>
        </a:dk1>
        <a:lt1>
          <a:srgbClr val="FFFFCC"/>
        </a:lt1>
        <a:dk2>
          <a:srgbClr val="967DB5"/>
        </a:dk2>
        <a:lt2>
          <a:srgbClr val="192449"/>
        </a:lt2>
        <a:accent1>
          <a:srgbClr val="D6C9F1"/>
        </a:accent1>
        <a:accent2>
          <a:srgbClr val="FAC164"/>
        </a:accent2>
        <a:accent3>
          <a:srgbClr val="C9BFD7"/>
        </a:accent3>
        <a:accent4>
          <a:srgbClr val="DADAAE"/>
        </a:accent4>
        <a:accent5>
          <a:srgbClr val="E8E1F7"/>
        </a:accent5>
        <a:accent6>
          <a:srgbClr val="E3AF5A"/>
        </a:accent6>
        <a:hlink>
          <a:srgbClr val="B0AE6A"/>
        </a:hlink>
        <a:folHlink>
          <a:srgbClr val="C3E684"/>
        </a:folHlink>
      </a:clrScheme>
      <a:clrMap bg1="dk2" tx1="lt1" bg2="dk1" tx2="lt2" accent1="accent1" accent2="accent2" accent3="accent3" accent4="accent4" accent5="accent5" accent6="accent6" hlink="hlink" folHlink="folHlink"/>
    </a:extraClrScheme>
    <a:extraClrScheme>
      <a:clrScheme name="Nature 5">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993333"/>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18521</TotalTime>
  <Words>485</Words>
  <Application>Microsoft Office PowerPoint</Application>
  <PresentationFormat>On-screen Show (4:3)</PresentationFormat>
  <Paragraphs>262</Paragraphs>
  <Slides>19</Slides>
  <Notes>17</Notes>
  <HiddenSlides>0</HiddenSlides>
  <MMClips>0</MMClips>
  <ScaleCrop>false</ScaleCrop>
  <HeadingPairs>
    <vt:vector size="4" baseType="variant">
      <vt:variant>
        <vt:lpstr>Theme</vt:lpstr>
      </vt:variant>
      <vt:variant>
        <vt:i4>5</vt:i4>
      </vt:variant>
      <vt:variant>
        <vt:lpstr>Slide Titles</vt:lpstr>
      </vt:variant>
      <vt:variant>
        <vt:i4>19</vt:i4>
      </vt:variant>
    </vt:vector>
  </HeadingPairs>
  <TitlesOfParts>
    <vt:vector size="24" baseType="lpstr">
      <vt:lpstr>7_SEPDPO</vt:lpstr>
      <vt:lpstr>Theme38</vt:lpstr>
      <vt:lpstr>Theme28</vt:lpstr>
      <vt:lpstr>1_Theme28</vt:lpstr>
      <vt:lpstr>Theme29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Thanks To  StudyMafia.org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NISHA PANDITA</dc:creator>
  <cp:lastModifiedBy>CRP</cp:lastModifiedBy>
  <cp:revision>864</cp:revision>
  <cp:lastPrinted>2014-09-05T11:57:32Z</cp:lastPrinted>
  <dcterms:created xsi:type="dcterms:W3CDTF">2014-04-08T13:15:54Z</dcterms:created>
  <dcterms:modified xsi:type="dcterms:W3CDTF">2022-10-20T15:29:59Z</dcterms:modified>
</cp:coreProperties>
</file>